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3"/>
  </p:sldMasterIdLst>
  <p:notesMasterIdLst>
    <p:notesMasterId r:id="rId33"/>
  </p:notesMasterIdLst>
  <p:sldIdLst>
    <p:sldId id="333" r:id="rId4"/>
    <p:sldId id="339" r:id="rId5"/>
    <p:sldId id="336" r:id="rId6"/>
    <p:sldId id="340" r:id="rId7"/>
    <p:sldId id="337" r:id="rId8"/>
    <p:sldId id="341" r:id="rId9"/>
    <p:sldId id="2147469261" r:id="rId10"/>
    <p:sldId id="342" r:id="rId11"/>
    <p:sldId id="364" r:id="rId12"/>
    <p:sldId id="344" r:id="rId13"/>
    <p:sldId id="345" r:id="rId14"/>
    <p:sldId id="343" r:id="rId15"/>
    <p:sldId id="346" r:id="rId16"/>
    <p:sldId id="2147469259" r:id="rId17"/>
    <p:sldId id="2147469260" r:id="rId18"/>
    <p:sldId id="349" r:id="rId19"/>
    <p:sldId id="2147472501" r:id="rId20"/>
    <p:sldId id="351" r:id="rId21"/>
    <p:sldId id="352" r:id="rId22"/>
    <p:sldId id="353" r:id="rId23"/>
    <p:sldId id="354" r:id="rId24"/>
    <p:sldId id="355" r:id="rId25"/>
    <p:sldId id="2147472502" r:id="rId26"/>
    <p:sldId id="360" r:id="rId27"/>
    <p:sldId id="357" r:id="rId28"/>
    <p:sldId id="358" r:id="rId29"/>
    <p:sldId id="359" r:id="rId30"/>
    <p:sldId id="361" r:id="rId31"/>
    <p:sldId id="362" r:id="rId3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9" orient="horz" pos="169">
          <p15:clr>
            <a:srgbClr val="A4A3A4"/>
          </p15:clr>
        </p15:guide>
        <p15:guide id="10" pos="2880">
          <p15:clr>
            <a:srgbClr val="A4A3A4"/>
          </p15:clr>
        </p15:guide>
        <p15:guide id="11" orient="horz" pos="636" userDrawn="1">
          <p15:clr>
            <a:srgbClr val="A4A3A4"/>
          </p15:clr>
        </p15:guide>
        <p15:guide id="12" orient="horz" pos="744" userDrawn="1">
          <p15:clr>
            <a:srgbClr val="A4A3A4"/>
          </p15:clr>
        </p15:guide>
        <p15:guide id="13" orient="horz" pos="1621" userDrawn="1">
          <p15:clr>
            <a:srgbClr val="A4A3A4"/>
          </p15:clr>
        </p15:guide>
        <p15:guide id="14" orient="horz" pos="2867" userDrawn="1">
          <p15:clr>
            <a:srgbClr val="A4A3A4"/>
          </p15:clr>
        </p15:guide>
        <p15:guide id="15" pos="198" userDrawn="1">
          <p15:clr>
            <a:srgbClr val="A4A3A4"/>
          </p15:clr>
        </p15:guide>
        <p15:guide id="16" pos="556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4FDE5D-63D9-37D4-4083-213C385250D2}" name="LORAS Frédéric OBS/MKT" initials="FL" userId="S::frederic.loras@orange.com::5b86d3d1-5cfd-4b08-9eb9-26d13e425f0b" providerId="AD"/>
  <p188:author id="{C9EEFB7B-9BF5-129A-9FAF-3D92ED1E6F47}" name="CHARLES Lucile OBS/COM" initials="LC" userId="S::lucile.charles@orange.com::297b0a8f-3435-4c0c-b93e-c81b37468b96" providerId="AD"/>
  <p188:author id="{737195D6-DF8E-AFBD-D7EC-BF9775851D24}" name="MENARD Marion OBS/COM" initials="MM" userId="S::marion.menard@orange.com::26750a7f-5f2e-405f-a9b1-cdc85852102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900"/>
    <a:srgbClr val="000000"/>
    <a:srgbClr val="FFD200"/>
    <a:srgbClr val="FFFFFF"/>
    <a:srgbClr val="A885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E26F63-4D9D-4972-A1F3-9AB56ABC53AA}" v="518" dt="2026-06-05T13:42:24.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93" autoAdjust="0"/>
  </p:normalViewPr>
  <p:slideViewPr>
    <p:cSldViewPr snapToGrid="0">
      <p:cViewPr varScale="1">
        <p:scale>
          <a:sx n="74" d="100"/>
          <a:sy n="74" d="100"/>
        </p:scale>
        <p:origin x="1060" y="48"/>
      </p:cViewPr>
      <p:guideLst>
        <p:guide orient="horz" pos="169"/>
        <p:guide pos="2880"/>
        <p:guide orient="horz" pos="636"/>
        <p:guide orient="horz" pos="744"/>
        <p:guide orient="horz" pos="1621"/>
        <p:guide orient="horz" pos="2867"/>
        <p:guide pos="198"/>
        <p:guide pos="556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5/10/relationships/revisionInfo" Target="revisionInfo.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ARD Marion OBS/COM" userId="26750a7f-5f2e-405f-a9b1-cdc858521025" providerId="ADAL" clId="{8D431F67-8B7D-4C65-BF1F-69313CA2D7E0}"/>
    <pc:docChg chg="modSld">
      <pc:chgData name="MENARD Marion OBS/COM" userId="26750a7f-5f2e-405f-a9b1-cdc858521025" providerId="ADAL" clId="{8D431F67-8B7D-4C65-BF1F-69313CA2D7E0}" dt="2026-05-29T09:19:06.101" v="0" actId="20577"/>
      <pc:docMkLst>
        <pc:docMk/>
      </pc:docMkLst>
      <pc:sldChg chg="modSp mod modCm">
        <pc:chgData name="MENARD Marion OBS/COM" userId="26750a7f-5f2e-405f-a9b1-cdc858521025" providerId="ADAL" clId="{8D431F67-8B7D-4C65-BF1F-69313CA2D7E0}" dt="2026-05-29T09:19:06.101" v="0" actId="20577"/>
        <pc:sldMkLst>
          <pc:docMk/>
          <pc:sldMk cId="925918472" sldId="359"/>
        </pc:sldMkLst>
        <pc:spChg chg="mod">
          <ac:chgData name="MENARD Marion OBS/COM" userId="26750a7f-5f2e-405f-a9b1-cdc858521025" providerId="ADAL" clId="{8D431F67-8B7D-4C65-BF1F-69313CA2D7E0}" dt="2026-05-29T09:19:06.101" v="0" actId="20577"/>
          <ac:spMkLst>
            <pc:docMk/>
            <pc:sldMk cId="925918472" sldId="359"/>
            <ac:spMk id="5" creationId="{F734DA02-807A-3283-B3ED-0C4F469C8813}"/>
          </ac:spMkLst>
        </pc:spChg>
        <pc:extLst>
          <p:ext xmlns:p="http://schemas.openxmlformats.org/presentationml/2006/main" uri="{D6D511B9-2390-475A-947B-AFAB55BFBCF1}">
            <pc226:cmChg xmlns:pc226="http://schemas.microsoft.com/office/powerpoint/2022/06/main/command" chg="mod">
              <pc226:chgData name="MENARD Marion OBS/COM" userId="26750a7f-5f2e-405f-a9b1-cdc858521025" providerId="ADAL" clId="{8D431F67-8B7D-4C65-BF1F-69313CA2D7E0}" dt="2026-05-29T09:19:06.101" v="0" actId="20577"/>
              <pc2:cmMkLst xmlns:pc2="http://schemas.microsoft.com/office/powerpoint/2019/9/main/command">
                <pc:docMk/>
                <pc:sldMk cId="925918472" sldId="359"/>
                <pc2:cmMk id="{249E7077-7CA5-41FF-8758-3E40B660756E}"/>
              </pc2:cmMkLst>
            </pc226:cmChg>
          </p:ext>
        </pc:extLst>
      </pc:sldChg>
    </pc:docChg>
  </pc:docChgLst>
  <pc:docChgLst>
    <pc:chgData name="CHARLES Lucile OBS/COM" userId="297b0a8f-3435-4c0c-b93e-c81b37468b96" providerId="ADAL" clId="{60B1C376-C011-462E-8BD9-AF234CFE32CA}"/>
    <pc:docChg chg="undo custSel modSld sldOrd">
      <pc:chgData name="CHARLES Lucile OBS/COM" userId="297b0a8f-3435-4c0c-b93e-c81b37468b96" providerId="ADAL" clId="{60B1C376-C011-462E-8BD9-AF234CFE32CA}" dt="2026-06-05T13:41:57.183" v="1226" actId="790"/>
      <pc:docMkLst>
        <pc:docMk/>
      </pc:docMkLst>
      <pc:sldChg chg="modSp mod">
        <pc:chgData name="CHARLES Lucile OBS/COM" userId="297b0a8f-3435-4c0c-b93e-c81b37468b96" providerId="ADAL" clId="{60B1C376-C011-462E-8BD9-AF234CFE32CA}" dt="2026-06-05T13:41:57.183" v="1226" actId="790"/>
        <pc:sldMkLst>
          <pc:docMk/>
          <pc:sldMk cId="258152977" sldId="333"/>
        </pc:sldMkLst>
        <pc:spChg chg="mod">
          <ac:chgData name="CHARLES Lucile OBS/COM" userId="297b0a8f-3435-4c0c-b93e-c81b37468b96" providerId="ADAL" clId="{60B1C376-C011-462E-8BD9-AF234CFE32CA}" dt="2026-06-05T13:41:57.183" v="1226" actId="790"/>
          <ac:spMkLst>
            <pc:docMk/>
            <pc:sldMk cId="258152977" sldId="333"/>
            <ac:spMk id="6" creationId="{84DC191D-D01D-E90B-C762-7DD2F085099C}"/>
          </ac:spMkLst>
        </pc:spChg>
        <pc:spChg chg="mod">
          <ac:chgData name="CHARLES Lucile OBS/COM" userId="297b0a8f-3435-4c0c-b93e-c81b37468b96" providerId="ADAL" clId="{60B1C376-C011-462E-8BD9-AF234CFE32CA}" dt="2026-06-05T13:41:57.183" v="1226" actId="790"/>
          <ac:spMkLst>
            <pc:docMk/>
            <pc:sldMk cId="258152977" sldId="333"/>
            <ac:spMk id="10" creationId="{54A2028B-E029-E9DB-6486-844C5EC8719A}"/>
          </ac:spMkLst>
        </pc:spChg>
        <pc:spChg chg="mod">
          <ac:chgData name="CHARLES Lucile OBS/COM" userId="297b0a8f-3435-4c0c-b93e-c81b37468b96" providerId="ADAL" clId="{60B1C376-C011-462E-8BD9-AF234CFE32CA}" dt="2026-06-05T13:41:57.183" v="1226" actId="790"/>
          <ac:spMkLst>
            <pc:docMk/>
            <pc:sldMk cId="258152977" sldId="333"/>
            <ac:spMk id="13" creationId="{E7465711-F7AD-C164-3724-82661985EE27}"/>
          </ac:spMkLst>
        </pc:spChg>
        <pc:spChg chg="mod">
          <ac:chgData name="CHARLES Lucile OBS/COM" userId="297b0a8f-3435-4c0c-b93e-c81b37468b96" providerId="ADAL" clId="{60B1C376-C011-462E-8BD9-AF234CFE32CA}" dt="2026-06-05T13:41:57.183" v="1226" actId="790"/>
          <ac:spMkLst>
            <pc:docMk/>
            <pc:sldMk cId="258152977" sldId="333"/>
            <ac:spMk id="15" creationId="{7D2B6A3B-2D6A-DA21-00EC-C0629546A2BA}"/>
          </ac:spMkLst>
        </pc:spChg>
        <pc:spChg chg="mod">
          <ac:chgData name="CHARLES Lucile OBS/COM" userId="297b0a8f-3435-4c0c-b93e-c81b37468b96" providerId="ADAL" clId="{60B1C376-C011-462E-8BD9-AF234CFE32CA}" dt="2026-06-05T13:41:57.183" v="1226" actId="790"/>
          <ac:spMkLst>
            <pc:docMk/>
            <pc:sldMk cId="258152977" sldId="333"/>
            <ac:spMk id="16" creationId="{EEB7B7C1-3AF6-C448-5A71-63C7A75F9E71}"/>
          </ac:spMkLst>
        </pc:spChg>
        <pc:spChg chg="mod">
          <ac:chgData name="CHARLES Lucile OBS/COM" userId="297b0a8f-3435-4c0c-b93e-c81b37468b96" providerId="ADAL" clId="{60B1C376-C011-462E-8BD9-AF234CFE32CA}" dt="2026-06-05T13:41:57.183" v="1226" actId="790"/>
          <ac:spMkLst>
            <pc:docMk/>
            <pc:sldMk cId="258152977" sldId="333"/>
            <ac:spMk id="17" creationId="{3E111B19-E883-D804-9256-AD7D9E7EC4B1}"/>
          </ac:spMkLst>
        </pc:spChg>
        <pc:spChg chg="mod">
          <ac:chgData name="CHARLES Lucile OBS/COM" userId="297b0a8f-3435-4c0c-b93e-c81b37468b96" providerId="ADAL" clId="{60B1C376-C011-462E-8BD9-AF234CFE32CA}" dt="2026-06-05T13:41:57.183" v="1226" actId="790"/>
          <ac:spMkLst>
            <pc:docMk/>
            <pc:sldMk cId="258152977" sldId="333"/>
            <ac:spMk id="18" creationId="{DDC14160-F606-3EBD-9EBC-122B7A423046}"/>
          </ac:spMkLst>
        </pc:spChg>
        <pc:spChg chg="mod">
          <ac:chgData name="CHARLES Lucile OBS/COM" userId="297b0a8f-3435-4c0c-b93e-c81b37468b96" providerId="ADAL" clId="{60B1C376-C011-462E-8BD9-AF234CFE32CA}" dt="2026-06-05T13:41:57.183" v="1226" actId="790"/>
          <ac:spMkLst>
            <pc:docMk/>
            <pc:sldMk cId="258152977" sldId="333"/>
            <ac:spMk id="19" creationId="{8548CA87-CBCF-598C-1AC5-514B024F4988}"/>
          </ac:spMkLst>
        </pc:spChg>
        <pc:spChg chg="mod">
          <ac:chgData name="CHARLES Lucile OBS/COM" userId="297b0a8f-3435-4c0c-b93e-c81b37468b96" providerId="ADAL" clId="{60B1C376-C011-462E-8BD9-AF234CFE32CA}" dt="2026-06-05T13:41:57.183" v="1226" actId="790"/>
          <ac:spMkLst>
            <pc:docMk/>
            <pc:sldMk cId="258152977" sldId="333"/>
            <ac:spMk id="20" creationId="{08DB7930-D591-74DD-89DA-C727FA7475E9}"/>
          </ac:spMkLst>
        </pc:spChg>
        <pc:spChg chg="mod">
          <ac:chgData name="CHARLES Lucile OBS/COM" userId="297b0a8f-3435-4c0c-b93e-c81b37468b96" providerId="ADAL" clId="{60B1C376-C011-462E-8BD9-AF234CFE32CA}" dt="2026-06-05T13:41:57.183" v="1226" actId="790"/>
          <ac:spMkLst>
            <pc:docMk/>
            <pc:sldMk cId="258152977" sldId="333"/>
            <ac:spMk id="21" creationId="{8EF3CEB0-2B84-56E6-EAAF-9D7C11770197}"/>
          </ac:spMkLst>
        </pc:spChg>
      </pc:sldChg>
      <pc:sldChg chg="modSp mod">
        <pc:chgData name="CHARLES Lucile OBS/COM" userId="297b0a8f-3435-4c0c-b93e-c81b37468b96" providerId="ADAL" clId="{60B1C376-C011-462E-8BD9-AF234CFE32CA}" dt="2026-06-05T13:41:57.183" v="1226" actId="790"/>
        <pc:sldMkLst>
          <pc:docMk/>
          <pc:sldMk cId="2190393815" sldId="336"/>
        </pc:sldMkLst>
        <pc:spChg chg="mod">
          <ac:chgData name="CHARLES Lucile OBS/COM" userId="297b0a8f-3435-4c0c-b93e-c81b37468b96" providerId="ADAL" clId="{60B1C376-C011-462E-8BD9-AF234CFE32CA}" dt="2026-06-05T13:41:57.183" v="1226" actId="790"/>
          <ac:spMkLst>
            <pc:docMk/>
            <pc:sldMk cId="2190393815" sldId="336"/>
            <ac:spMk id="2" creationId="{349352D4-FBBE-F66D-892D-215893256224}"/>
          </ac:spMkLst>
        </pc:spChg>
        <pc:spChg chg="mod">
          <ac:chgData name="CHARLES Lucile OBS/COM" userId="297b0a8f-3435-4c0c-b93e-c81b37468b96" providerId="ADAL" clId="{60B1C376-C011-462E-8BD9-AF234CFE32CA}" dt="2026-06-05T13:41:57.183" v="1226" actId="790"/>
          <ac:spMkLst>
            <pc:docMk/>
            <pc:sldMk cId="2190393815" sldId="336"/>
            <ac:spMk id="3" creationId="{53A1FEE8-26CF-E441-6B8B-A9EE88118EED}"/>
          </ac:spMkLst>
        </pc:spChg>
      </pc:sldChg>
      <pc:sldChg chg="modSp mod">
        <pc:chgData name="CHARLES Lucile OBS/COM" userId="297b0a8f-3435-4c0c-b93e-c81b37468b96" providerId="ADAL" clId="{60B1C376-C011-462E-8BD9-AF234CFE32CA}" dt="2026-06-05T13:41:57.183" v="1226" actId="790"/>
        <pc:sldMkLst>
          <pc:docMk/>
          <pc:sldMk cId="641227569" sldId="337"/>
        </pc:sldMkLst>
        <pc:spChg chg="mod">
          <ac:chgData name="CHARLES Lucile OBS/COM" userId="297b0a8f-3435-4c0c-b93e-c81b37468b96" providerId="ADAL" clId="{60B1C376-C011-462E-8BD9-AF234CFE32CA}" dt="2026-06-05T13:41:57.183" v="1226" actId="790"/>
          <ac:spMkLst>
            <pc:docMk/>
            <pc:sldMk cId="641227569" sldId="337"/>
            <ac:spMk id="4" creationId="{841BE381-7461-604D-14D7-D2D7EFD63248}"/>
          </ac:spMkLst>
        </pc:spChg>
        <pc:spChg chg="mod">
          <ac:chgData name="CHARLES Lucile OBS/COM" userId="297b0a8f-3435-4c0c-b93e-c81b37468b96" providerId="ADAL" clId="{60B1C376-C011-462E-8BD9-AF234CFE32CA}" dt="2026-06-05T13:41:57.183" v="1226" actId="790"/>
          <ac:spMkLst>
            <pc:docMk/>
            <pc:sldMk cId="641227569" sldId="337"/>
            <ac:spMk id="5" creationId="{48044E48-1FCC-BF8B-FC29-E4DE2AF357BF}"/>
          </ac:spMkLst>
        </pc:spChg>
        <pc:spChg chg="mod">
          <ac:chgData name="CHARLES Lucile OBS/COM" userId="297b0a8f-3435-4c0c-b93e-c81b37468b96" providerId="ADAL" clId="{60B1C376-C011-462E-8BD9-AF234CFE32CA}" dt="2026-06-05T13:41:57.183" v="1226" actId="790"/>
          <ac:spMkLst>
            <pc:docMk/>
            <pc:sldMk cId="641227569" sldId="337"/>
            <ac:spMk id="6" creationId="{391720D2-8C04-D813-511E-2E286C5F772B}"/>
          </ac:spMkLst>
        </pc:spChg>
        <pc:spChg chg="mod">
          <ac:chgData name="CHARLES Lucile OBS/COM" userId="297b0a8f-3435-4c0c-b93e-c81b37468b96" providerId="ADAL" clId="{60B1C376-C011-462E-8BD9-AF234CFE32CA}" dt="2026-06-05T13:41:57.183" v="1226" actId="790"/>
          <ac:spMkLst>
            <pc:docMk/>
            <pc:sldMk cId="641227569" sldId="337"/>
            <ac:spMk id="10" creationId="{80B0262E-52D9-FFA2-4E85-63A0F7F2A272}"/>
          </ac:spMkLst>
        </pc:spChg>
        <pc:spChg chg="mod">
          <ac:chgData name="CHARLES Lucile OBS/COM" userId="297b0a8f-3435-4c0c-b93e-c81b37468b96" providerId="ADAL" clId="{60B1C376-C011-462E-8BD9-AF234CFE32CA}" dt="2026-06-05T13:41:57.183" v="1226" actId="790"/>
          <ac:spMkLst>
            <pc:docMk/>
            <pc:sldMk cId="641227569" sldId="337"/>
            <ac:spMk id="14" creationId="{48956F48-2321-459D-ED2A-187927A0C519}"/>
          </ac:spMkLst>
        </pc:spChg>
        <pc:spChg chg="mod">
          <ac:chgData name="CHARLES Lucile OBS/COM" userId="297b0a8f-3435-4c0c-b93e-c81b37468b96" providerId="ADAL" clId="{60B1C376-C011-462E-8BD9-AF234CFE32CA}" dt="2026-06-05T13:41:57.183" v="1226" actId="790"/>
          <ac:spMkLst>
            <pc:docMk/>
            <pc:sldMk cId="641227569" sldId="337"/>
            <ac:spMk id="15" creationId="{011022E7-DF4A-137E-0B8B-9853C966B659}"/>
          </ac:spMkLst>
        </pc:spChg>
        <pc:spChg chg="mod">
          <ac:chgData name="CHARLES Lucile OBS/COM" userId="297b0a8f-3435-4c0c-b93e-c81b37468b96" providerId="ADAL" clId="{60B1C376-C011-462E-8BD9-AF234CFE32CA}" dt="2026-06-05T13:41:57.183" v="1226" actId="790"/>
          <ac:spMkLst>
            <pc:docMk/>
            <pc:sldMk cId="641227569" sldId="337"/>
            <ac:spMk id="16" creationId="{A009962C-7987-B65A-84EC-2E667B1FA87A}"/>
          </ac:spMkLst>
        </pc:spChg>
        <pc:spChg chg="mod">
          <ac:chgData name="CHARLES Lucile OBS/COM" userId="297b0a8f-3435-4c0c-b93e-c81b37468b96" providerId="ADAL" clId="{60B1C376-C011-462E-8BD9-AF234CFE32CA}" dt="2026-06-05T13:41:57.183" v="1226" actId="790"/>
          <ac:spMkLst>
            <pc:docMk/>
            <pc:sldMk cId="641227569" sldId="337"/>
            <ac:spMk id="17" creationId="{6721E99C-70BE-0E26-8C16-B744E8130382}"/>
          </ac:spMkLst>
        </pc:spChg>
        <pc:spChg chg="mod">
          <ac:chgData name="CHARLES Lucile OBS/COM" userId="297b0a8f-3435-4c0c-b93e-c81b37468b96" providerId="ADAL" clId="{60B1C376-C011-462E-8BD9-AF234CFE32CA}" dt="2026-06-05T13:41:57.183" v="1226" actId="790"/>
          <ac:spMkLst>
            <pc:docMk/>
            <pc:sldMk cId="641227569" sldId="337"/>
            <ac:spMk id="18" creationId="{0DBF22FC-58C6-A45E-3955-6D60600F8D5A}"/>
          </ac:spMkLst>
        </pc:spChg>
        <pc:spChg chg="mod">
          <ac:chgData name="CHARLES Lucile OBS/COM" userId="297b0a8f-3435-4c0c-b93e-c81b37468b96" providerId="ADAL" clId="{60B1C376-C011-462E-8BD9-AF234CFE32CA}" dt="2026-06-05T13:41:57.183" v="1226" actId="790"/>
          <ac:spMkLst>
            <pc:docMk/>
            <pc:sldMk cId="641227569" sldId="337"/>
            <ac:spMk id="19" creationId="{3946F4E5-FD29-EF35-5275-C1DFA102779F}"/>
          </ac:spMkLst>
        </pc:spChg>
      </pc:sldChg>
      <pc:sldChg chg="modSp mod">
        <pc:chgData name="CHARLES Lucile OBS/COM" userId="297b0a8f-3435-4c0c-b93e-c81b37468b96" providerId="ADAL" clId="{60B1C376-C011-462E-8BD9-AF234CFE32CA}" dt="2026-06-05T13:41:57.183" v="1226" actId="790"/>
        <pc:sldMkLst>
          <pc:docMk/>
          <pc:sldMk cId="3762189363" sldId="339"/>
        </pc:sldMkLst>
        <pc:spChg chg="mod">
          <ac:chgData name="CHARLES Lucile OBS/COM" userId="297b0a8f-3435-4c0c-b93e-c81b37468b96" providerId="ADAL" clId="{60B1C376-C011-462E-8BD9-AF234CFE32CA}" dt="2026-06-05T13:41:57.183" v="1226" actId="790"/>
          <ac:spMkLst>
            <pc:docMk/>
            <pc:sldMk cId="3762189363" sldId="339"/>
            <ac:spMk id="2" creationId="{C8D0742E-0621-31AE-9437-3B01371AEF91}"/>
          </ac:spMkLst>
        </pc:spChg>
        <pc:spChg chg="mod">
          <ac:chgData name="CHARLES Lucile OBS/COM" userId="297b0a8f-3435-4c0c-b93e-c81b37468b96" providerId="ADAL" clId="{60B1C376-C011-462E-8BD9-AF234CFE32CA}" dt="2026-06-05T13:41:57.183" v="1226" actId="790"/>
          <ac:spMkLst>
            <pc:docMk/>
            <pc:sldMk cId="3762189363" sldId="339"/>
            <ac:spMk id="3" creationId="{8EC45C07-13E9-14CF-0DAA-9E4F4DB96FAC}"/>
          </ac:spMkLst>
        </pc:spChg>
      </pc:sldChg>
      <pc:sldChg chg="modSp mod">
        <pc:chgData name="CHARLES Lucile OBS/COM" userId="297b0a8f-3435-4c0c-b93e-c81b37468b96" providerId="ADAL" clId="{60B1C376-C011-462E-8BD9-AF234CFE32CA}" dt="2026-06-05T13:41:57.183" v="1226" actId="790"/>
        <pc:sldMkLst>
          <pc:docMk/>
          <pc:sldMk cId="2810331720" sldId="340"/>
        </pc:sldMkLst>
        <pc:spChg chg="mod">
          <ac:chgData name="CHARLES Lucile OBS/COM" userId="297b0a8f-3435-4c0c-b93e-c81b37468b96" providerId="ADAL" clId="{60B1C376-C011-462E-8BD9-AF234CFE32CA}" dt="2026-06-05T13:41:57.183" v="1226" actId="790"/>
          <ac:spMkLst>
            <pc:docMk/>
            <pc:sldMk cId="2810331720" sldId="340"/>
            <ac:spMk id="3" creationId="{14114910-B0E2-E504-9073-D22294F8981A}"/>
          </ac:spMkLst>
        </pc:spChg>
        <pc:spChg chg="mod">
          <ac:chgData name="CHARLES Lucile OBS/COM" userId="297b0a8f-3435-4c0c-b93e-c81b37468b96" providerId="ADAL" clId="{60B1C376-C011-462E-8BD9-AF234CFE32CA}" dt="2026-06-05T13:41:57.183" v="1226" actId="790"/>
          <ac:spMkLst>
            <pc:docMk/>
            <pc:sldMk cId="2810331720" sldId="340"/>
            <ac:spMk id="5" creationId="{23B2868C-E51B-F385-B192-B823CAA8FD72}"/>
          </ac:spMkLst>
        </pc:spChg>
      </pc:sldChg>
      <pc:sldChg chg="modSp mod">
        <pc:chgData name="CHARLES Lucile OBS/COM" userId="297b0a8f-3435-4c0c-b93e-c81b37468b96" providerId="ADAL" clId="{60B1C376-C011-462E-8BD9-AF234CFE32CA}" dt="2026-06-05T13:41:57.183" v="1226" actId="790"/>
        <pc:sldMkLst>
          <pc:docMk/>
          <pc:sldMk cId="275237862" sldId="341"/>
        </pc:sldMkLst>
        <pc:spChg chg="mod">
          <ac:chgData name="CHARLES Lucile OBS/COM" userId="297b0a8f-3435-4c0c-b93e-c81b37468b96" providerId="ADAL" clId="{60B1C376-C011-462E-8BD9-AF234CFE32CA}" dt="2026-06-05T13:41:57.183" v="1226" actId="790"/>
          <ac:spMkLst>
            <pc:docMk/>
            <pc:sldMk cId="275237862" sldId="341"/>
            <ac:spMk id="2" creationId="{C6C27D62-9B61-1EFE-BC14-670D709FE7B5}"/>
          </ac:spMkLst>
        </pc:spChg>
        <pc:spChg chg="mod">
          <ac:chgData name="CHARLES Lucile OBS/COM" userId="297b0a8f-3435-4c0c-b93e-c81b37468b96" providerId="ADAL" clId="{60B1C376-C011-462E-8BD9-AF234CFE32CA}" dt="2026-06-05T13:41:57.183" v="1226" actId="790"/>
          <ac:spMkLst>
            <pc:docMk/>
            <pc:sldMk cId="275237862" sldId="341"/>
            <ac:spMk id="3" creationId="{21D29D02-400A-5609-90E5-B0AC1DD7B97B}"/>
          </ac:spMkLst>
        </pc:spChg>
        <pc:spChg chg="mod">
          <ac:chgData name="CHARLES Lucile OBS/COM" userId="297b0a8f-3435-4c0c-b93e-c81b37468b96" providerId="ADAL" clId="{60B1C376-C011-462E-8BD9-AF234CFE32CA}" dt="2026-06-05T13:41:57.183" v="1226" actId="790"/>
          <ac:spMkLst>
            <pc:docMk/>
            <pc:sldMk cId="275237862" sldId="341"/>
            <ac:spMk id="5" creationId="{AFFCFA39-45D7-A455-CEB9-65EF4D85BA55}"/>
          </ac:spMkLst>
        </pc:spChg>
      </pc:sldChg>
      <pc:sldChg chg="modSp mod ord">
        <pc:chgData name="CHARLES Lucile OBS/COM" userId="297b0a8f-3435-4c0c-b93e-c81b37468b96" providerId="ADAL" clId="{60B1C376-C011-462E-8BD9-AF234CFE32CA}" dt="2026-06-05T13:41:57.183" v="1226" actId="790"/>
        <pc:sldMkLst>
          <pc:docMk/>
          <pc:sldMk cId="4145402860" sldId="342"/>
        </pc:sldMkLst>
        <pc:spChg chg="mod">
          <ac:chgData name="CHARLES Lucile OBS/COM" userId="297b0a8f-3435-4c0c-b93e-c81b37468b96" providerId="ADAL" clId="{60B1C376-C011-462E-8BD9-AF234CFE32CA}" dt="2026-06-05T13:41:57.183" v="1226" actId="790"/>
          <ac:spMkLst>
            <pc:docMk/>
            <pc:sldMk cId="4145402860" sldId="342"/>
            <ac:spMk id="2" creationId="{13E87E76-E8AC-B141-A846-89E95F8D0120}"/>
          </ac:spMkLst>
        </pc:spChg>
        <pc:spChg chg="mod">
          <ac:chgData name="CHARLES Lucile OBS/COM" userId="297b0a8f-3435-4c0c-b93e-c81b37468b96" providerId="ADAL" clId="{60B1C376-C011-462E-8BD9-AF234CFE32CA}" dt="2026-05-29T09:34:53.092" v="71" actId="14100"/>
          <ac:spMkLst>
            <pc:docMk/>
            <pc:sldMk cId="4145402860" sldId="342"/>
            <ac:spMk id="3" creationId="{0CBE9B2D-A1BC-EE37-A0A0-402A2065FC1B}"/>
          </ac:spMkLst>
        </pc:spChg>
        <pc:spChg chg="mod">
          <ac:chgData name="CHARLES Lucile OBS/COM" userId="297b0a8f-3435-4c0c-b93e-c81b37468b96" providerId="ADAL" clId="{60B1C376-C011-462E-8BD9-AF234CFE32CA}" dt="2026-05-29T09:32:28.915" v="61" actId="207"/>
          <ac:spMkLst>
            <pc:docMk/>
            <pc:sldMk cId="4145402860" sldId="342"/>
            <ac:spMk id="7" creationId="{D4B220C9-96CA-B4D4-7963-FA52C74B1FDB}"/>
          </ac:spMkLst>
        </pc:spChg>
        <pc:spChg chg="mod">
          <ac:chgData name="CHARLES Lucile OBS/COM" userId="297b0a8f-3435-4c0c-b93e-c81b37468b96" providerId="ADAL" clId="{60B1C376-C011-462E-8BD9-AF234CFE32CA}" dt="2026-06-05T13:41:57.183" v="1226" actId="790"/>
          <ac:spMkLst>
            <pc:docMk/>
            <pc:sldMk cId="4145402860" sldId="342"/>
            <ac:spMk id="8" creationId="{69F3465B-1DFC-9E74-DC77-DD354952CACD}"/>
          </ac:spMkLst>
        </pc:spChg>
        <pc:spChg chg="mod">
          <ac:chgData name="CHARLES Lucile OBS/COM" userId="297b0a8f-3435-4c0c-b93e-c81b37468b96" providerId="ADAL" clId="{60B1C376-C011-462E-8BD9-AF234CFE32CA}" dt="2026-06-05T13:41:57.183" v="1226" actId="790"/>
          <ac:spMkLst>
            <pc:docMk/>
            <pc:sldMk cId="4145402860" sldId="342"/>
            <ac:spMk id="9" creationId="{2D99B1BC-F2C9-31CA-5EE5-6172AF4BE5BA}"/>
          </ac:spMkLst>
        </pc:spChg>
        <pc:spChg chg="mod">
          <ac:chgData name="CHARLES Lucile OBS/COM" userId="297b0a8f-3435-4c0c-b93e-c81b37468b96" providerId="ADAL" clId="{60B1C376-C011-462E-8BD9-AF234CFE32CA}" dt="2026-06-05T13:41:57.183" v="1226" actId="790"/>
          <ac:spMkLst>
            <pc:docMk/>
            <pc:sldMk cId="4145402860" sldId="342"/>
            <ac:spMk id="10" creationId="{158FD5BF-A7D8-AA41-AD62-60235B0003DD}"/>
          </ac:spMkLst>
        </pc:spChg>
        <pc:spChg chg="mod">
          <ac:chgData name="CHARLES Lucile OBS/COM" userId="297b0a8f-3435-4c0c-b93e-c81b37468b96" providerId="ADAL" clId="{60B1C376-C011-462E-8BD9-AF234CFE32CA}" dt="2026-06-05T13:41:57.183" v="1226" actId="790"/>
          <ac:spMkLst>
            <pc:docMk/>
            <pc:sldMk cId="4145402860" sldId="342"/>
            <ac:spMk id="11" creationId="{32A61686-B125-7292-0C4A-2A664061E54E}"/>
          </ac:spMkLst>
        </pc:spChg>
        <pc:spChg chg="mod">
          <ac:chgData name="CHARLES Lucile OBS/COM" userId="297b0a8f-3435-4c0c-b93e-c81b37468b96" providerId="ADAL" clId="{60B1C376-C011-462E-8BD9-AF234CFE32CA}" dt="2026-06-05T13:41:57.183" v="1226" actId="790"/>
          <ac:spMkLst>
            <pc:docMk/>
            <pc:sldMk cId="4145402860" sldId="342"/>
            <ac:spMk id="12" creationId="{4BDCABF8-700A-9B96-3471-F2E1DB41F3B5}"/>
          </ac:spMkLst>
        </pc:spChg>
        <pc:spChg chg="mod">
          <ac:chgData name="CHARLES Lucile OBS/COM" userId="297b0a8f-3435-4c0c-b93e-c81b37468b96" providerId="ADAL" clId="{60B1C376-C011-462E-8BD9-AF234CFE32CA}" dt="2026-05-29T09:32:31.737" v="62" actId="207"/>
          <ac:spMkLst>
            <pc:docMk/>
            <pc:sldMk cId="4145402860" sldId="342"/>
            <ac:spMk id="13" creationId="{14C9C94D-38CC-367E-B31F-AD19E6C3B2AA}"/>
          </ac:spMkLst>
        </pc:spChg>
        <pc:spChg chg="mod">
          <ac:chgData name="CHARLES Lucile OBS/COM" userId="297b0a8f-3435-4c0c-b93e-c81b37468b96" providerId="ADAL" clId="{60B1C376-C011-462E-8BD9-AF234CFE32CA}" dt="2026-06-05T13:41:57.183" v="1226" actId="790"/>
          <ac:spMkLst>
            <pc:docMk/>
            <pc:sldMk cId="4145402860" sldId="342"/>
            <ac:spMk id="14" creationId="{7F66E18F-6086-5705-23F0-5DDA9D235A8B}"/>
          </ac:spMkLst>
        </pc:spChg>
        <pc:spChg chg="mod">
          <ac:chgData name="CHARLES Lucile OBS/COM" userId="297b0a8f-3435-4c0c-b93e-c81b37468b96" providerId="ADAL" clId="{60B1C376-C011-462E-8BD9-AF234CFE32CA}" dt="2026-05-29T09:32:28.915" v="61" actId="207"/>
          <ac:spMkLst>
            <pc:docMk/>
            <pc:sldMk cId="4145402860" sldId="342"/>
            <ac:spMk id="15" creationId="{2A5C2E17-DD3E-065F-DFD9-E9A8C2B8117C}"/>
          </ac:spMkLst>
        </pc:spChg>
        <pc:spChg chg="mod">
          <ac:chgData name="CHARLES Lucile OBS/COM" userId="297b0a8f-3435-4c0c-b93e-c81b37468b96" providerId="ADAL" clId="{60B1C376-C011-462E-8BD9-AF234CFE32CA}" dt="2026-06-05T13:41:57.183" v="1226" actId="790"/>
          <ac:spMkLst>
            <pc:docMk/>
            <pc:sldMk cId="4145402860" sldId="342"/>
            <ac:spMk id="16" creationId="{ED1B4C47-E8A4-8F68-517F-BDD52A5219AB}"/>
          </ac:spMkLst>
        </pc:spChg>
        <pc:spChg chg="mod">
          <ac:chgData name="CHARLES Lucile OBS/COM" userId="297b0a8f-3435-4c0c-b93e-c81b37468b96" providerId="ADAL" clId="{60B1C376-C011-462E-8BD9-AF234CFE32CA}" dt="2026-06-05T13:41:57.183" v="1226" actId="790"/>
          <ac:spMkLst>
            <pc:docMk/>
            <pc:sldMk cId="4145402860" sldId="342"/>
            <ac:spMk id="17" creationId="{96A62C34-6AF7-0E7F-A95A-DAC7C14D1A6C}"/>
          </ac:spMkLst>
        </pc:spChg>
        <pc:spChg chg="mod">
          <ac:chgData name="CHARLES Lucile OBS/COM" userId="297b0a8f-3435-4c0c-b93e-c81b37468b96" providerId="ADAL" clId="{60B1C376-C011-462E-8BD9-AF234CFE32CA}" dt="2026-06-05T13:41:57.183" v="1226" actId="790"/>
          <ac:spMkLst>
            <pc:docMk/>
            <pc:sldMk cId="4145402860" sldId="342"/>
            <ac:spMk id="18" creationId="{5E0A71C9-F702-6B80-C85E-5E138E031A1D}"/>
          </ac:spMkLst>
        </pc:spChg>
        <pc:spChg chg="mod">
          <ac:chgData name="CHARLES Lucile OBS/COM" userId="297b0a8f-3435-4c0c-b93e-c81b37468b96" providerId="ADAL" clId="{60B1C376-C011-462E-8BD9-AF234CFE32CA}" dt="2026-05-29T09:32:28.915" v="61" actId="207"/>
          <ac:spMkLst>
            <pc:docMk/>
            <pc:sldMk cId="4145402860" sldId="342"/>
            <ac:spMk id="19" creationId="{C6DDBCC1-AA5C-4BFA-5590-A491258D3ED4}"/>
          </ac:spMkLst>
        </pc:spChg>
        <pc:spChg chg="mod">
          <ac:chgData name="CHARLES Lucile OBS/COM" userId="297b0a8f-3435-4c0c-b93e-c81b37468b96" providerId="ADAL" clId="{60B1C376-C011-462E-8BD9-AF234CFE32CA}" dt="2026-06-02T12:23:42.376" v="706" actId="207"/>
          <ac:spMkLst>
            <pc:docMk/>
            <pc:sldMk cId="4145402860" sldId="342"/>
            <ac:spMk id="21" creationId="{43B7154E-0328-3492-5986-A4C6387C0430}"/>
          </ac:spMkLst>
        </pc:spChg>
        <pc:spChg chg="mod">
          <ac:chgData name="CHARLES Lucile OBS/COM" userId="297b0a8f-3435-4c0c-b93e-c81b37468b96" providerId="ADAL" clId="{60B1C376-C011-462E-8BD9-AF234CFE32CA}" dt="2026-06-02T12:23:54.041" v="708" actId="207"/>
          <ac:spMkLst>
            <pc:docMk/>
            <pc:sldMk cId="4145402860" sldId="342"/>
            <ac:spMk id="23" creationId="{841DFE33-E0EF-BED8-82C8-E205CDBF948D}"/>
          </ac:spMkLst>
        </pc:spChg>
        <pc:spChg chg="mod">
          <ac:chgData name="CHARLES Lucile OBS/COM" userId="297b0a8f-3435-4c0c-b93e-c81b37468b96" providerId="ADAL" clId="{60B1C376-C011-462E-8BD9-AF234CFE32CA}" dt="2026-06-02T12:23:25.602" v="704" actId="948"/>
          <ac:spMkLst>
            <pc:docMk/>
            <pc:sldMk cId="4145402860" sldId="342"/>
            <ac:spMk id="25" creationId="{BA1D2F1E-3BF5-8C29-9365-F61E253C01D9}"/>
          </ac:spMkLst>
        </pc:spChg>
        <pc:grpChg chg="mod">
          <ac:chgData name="CHARLES Lucile OBS/COM" userId="297b0a8f-3435-4c0c-b93e-c81b37468b96" providerId="ADAL" clId="{60B1C376-C011-462E-8BD9-AF234CFE32CA}" dt="2026-05-29T09:32:34.918" v="64" actId="1076"/>
          <ac:grpSpMkLst>
            <pc:docMk/>
            <pc:sldMk cId="4145402860" sldId="342"/>
            <ac:grpSpMk id="5" creationId="{A3DD9A8B-696B-702F-E697-15F4BE07202B}"/>
          </ac:grpSpMkLst>
        </pc:grpChg>
        <pc:picChg chg="mod">
          <ac:chgData name="CHARLES Lucile OBS/COM" userId="297b0a8f-3435-4c0c-b93e-c81b37468b96" providerId="ADAL" clId="{60B1C376-C011-462E-8BD9-AF234CFE32CA}" dt="2026-05-29T09:34:28.955" v="69" actId="1076"/>
          <ac:picMkLst>
            <pc:docMk/>
            <pc:sldMk cId="4145402860" sldId="342"/>
            <ac:picMk id="20" creationId="{ECFAA18E-DEC2-5185-3C09-441B15D6A3FD}"/>
          </ac:picMkLst>
        </pc:picChg>
        <pc:picChg chg="mod">
          <ac:chgData name="CHARLES Lucile OBS/COM" userId="297b0a8f-3435-4c0c-b93e-c81b37468b96" providerId="ADAL" clId="{60B1C376-C011-462E-8BD9-AF234CFE32CA}" dt="2026-06-01T07:52:39.777" v="202" actId="1076"/>
          <ac:picMkLst>
            <pc:docMk/>
            <pc:sldMk cId="4145402860" sldId="342"/>
            <ac:picMk id="24" creationId="{9C1A2F22-B8CF-AE94-D1C9-59D8237D42CE}"/>
          </ac:picMkLst>
        </pc:picChg>
      </pc:sldChg>
      <pc:sldChg chg="modSp mod">
        <pc:chgData name="CHARLES Lucile OBS/COM" userId="297b0a8f-3435-4c0c-b93e-c81b37468b96" providerId="ADAL" clId="{60B1C376-C011-462E-8BD9-AF234CFE32CA}" dt="2026-06-05T13:41:57.183" v="1226" actId="790"/>
        <pc:sldMkLst>
          <pc:docMk/>
          <pc:sldMk cId="1185362687" sldId="343"/>
        </pc:sldMkLst>
        <pc:spChg chg="mod">
          <ac:chgData name="CHARLES Lucile OBS/COM" userId="297b0a8f-3435-4c0c-b93e-c81b37468b96" providerId="ADAL" clId="{60B1C376-C011-462E-8BD9-AF234CFE32CA}" dt="2026-06-05T13:41:57.183" v="1226" actId="790"/>
          <ac:spMkLst>
            <pc:docMk/>
            <pc:sldMk cId="1185362687" sldId="343"/>
            <ac:spMk id="2" creationId="{C5F2CFC7-D9D9-35FF-C0D2-D009E9CB59C6}"/>
          </ac:spMkLst>
        </pc:spChg>
        <pc:spChg chg="mod">
          <ac:chgData name="CHARLES Lucile OBS/COM" userId="297b0a8f-3435-4c0c-b93e-c81b37468b96" providerId="ADAL" clId="{60B1C376-C011-462E-8BD9-AF234CFE32CA}" dt="2026-06-05T13:41:57.183" v="1226" actId="790"/>
          <ac:spMkLst>
            <pc:docMk/>
            <pc:sldMk cId="1185362687" sldId="343"/>
            <ac:spMk id="3" creationId="{CFF2D55E-3C89-1398-D351-172E2D6C821B}"/>
          </ac:spMkLst>
        </pc:spChg>
        <pc:spChg chg="mod">
          <ac:chgData name="CHARLES Lucile OBS/COM" userId="297b0a8f-3435-4c0c-b93e-c81b37468b96" providerId="ADAL" clId="{60B1C376-C011-462E-8BD9-AF234CFE32CA}" dt="2026-06-05T13:41:57.183" v="1226" actId="790"/>
          <ac:spMkLst>
            <pc:docMk/>
            <pc:sldMk cId="1185362687" sldId="343"/>
            <ac:spMk id="13" creationId="{BF451D20-3D10-CAA9-7B19-DACCC5283A9A}"/>
          </ac:spMkLst>
        </pc:spChg>
        <pc:spChg chg="mod">
          <ac:chgData name="CHARLES Lucile OBS/COM" userId="297b0a8f-3435-4c0c-b93e-c81b37468b96" providerId="ADAL" clId="{60B1C376-C011-462E-8BD9-AF234CFE32CA}" dt="2026-06-05T13:41:57.183" v="1226" actId="790"/>
          <ac:spMkLst>
            <pc:docMk/>
            <pc:sldMk cId="1185362687" sldId="343"/>
            <ac:spMk id="15" creationId="{77299B3A-FCEA-30DD-6EB4-C9A95FB7199B}"/>
          </ac:spMkLst>
        </pc:spChg>
        <pc:spChg chg="mod">
          <ac:chgData name="CHARLES Lucile OBS/COM" userId="297b0a8f-3435-4c0c-b93e-c81b37468b96" providerId="ADAL" clId="{60B1C376-C011-462E-8BD9-AF234CFE32CA}" dt="2026-06-05T13:41:57.183" v="1226" actId="790"/>
          <ac:spMkLst>
            <pc:docMk/>
            <pc:sldMk cId="1185362687" sldId="343"/>
            <ac:spMk id="18" creationId="{FAB89859-53BB-E797-00B5-12886E780EE0}"/>
          </ac:spMkLst>
        </pc:spChg>
      </pc:sldChg>
      <pc:sldChg chg="modSp mod modCm">
        <pc:chgData name="CHARLES Lucile OBS/COM" userId="297b0a8f-3435-4c0c-b93e-c81b37468b96" providerId="ADAL" clId="{60B1C376-C011-462E-8BD9-AF234CFE32CA}" dt="2026-06-05T13:41:57.183" v="1226" actId="790"/>
        <pc:sldMkLst>
          <pc:docMk/>
          <pc:sldMk cId="2403861698" sldId="344"/>
        </pc:sldMkLst>
        <pc:spChg chg="mod">
          <ac:chgData name="CHARLES Lucile OBS/COM" userId="297b0a8f-3435-4c0c-b93e-c81b37468b96" providerId="ADAL" clId="{60B1C376-C011-462E-8BD9-AF234CFE32CA}" dt="2026-06-05T13:41:57.183" v="1226" actId="790"/>
          <ac:spMkLst>
            <pc:docMk/>
            <pc:sldMk cId="2403861698" sldId="344"/>
            <ac:spMk id="2" creationId="{EA60CBCE-966D-0449-045B-3B99F18D2B7F}"/>
          </ac:spMkLst>
        </pc:spChg>
        <pc:spChg chg="mod">
          <ac:chgData name="CHARLES Lucile OBS/COM" userId="297b0a8f-3435-4c0c-b93e-c81b37468b96" providerId="ADAL" clId="{60B1C376-C011-462E-8BD9-AF234CFE32CA}" dt="2026-06-05T13:41:57.183" v="1226" actId="790"/>
          <ac:spMkLst>
            <pc:docMk/>
            <pc:sldMk cId="2403861698" sldId="344"/>
            <ac:spMk id="3" creationId="{33C00B75-5B92-28C5-7738-5CC94CD9DBCE}"/>
          </ac:spMkLst>
        </pc:spChg>
        <pc:spChg chg="mod">
          <ac:chgData name="CHARLES Lucile OBS/COM" userId="297b0a8f-3435-4c0c-b93e-c81b37468b96" providerId="ADAL" clId="{60B1C376-C011-462E-8BD9-AF234CFE32CA}" dt="2026-06-05T13:41:57.183" v="1226" actId="790"/>
          <ac:spMkLst>
            <pc:docMk/>
            <pc:sldMk cId="2403861698" sldId="344"/>
            <ac:spMk id="4" creationId="{9F7EF3B3-85B4-767C-16AC-1C16E5F55E31}"/>
          </ac:spMkLst>
        </pc:spChg>
        <pc:spChg chg="mod">
          <ac:chgData name="CHARLES Lucile OBS/COM" userId="297b0a8f-3435-4c0c-b93e-c81b37468b96" providerId="ADAL" clId="{60B1C376-C011-462E-8BD9-AF234CFE32CA}" dt="2026-06-05T13:41:57.183" v="1226" actId="790"/>
          <ac:spMkLst>
            <pc:docMk/>
            <pc:sldMk cId="2403861698" sldId="344"/>
            <ac:spMk id="12" creationId="{1C40795F-7BF8-B6D6-641B-B3A34DA3D8F0}"/>
          </ac:spMkLst>
        </pc:spChg>
        <pc:spChg chg="mod">
          <ac:chgData name="CHARLES Lucile OBS/COM" userId="297b0a8f-3435-4c0c-b93e-c81b37468b96" providerId="ADAL" clId="{60B1C376-C011-462E-8BD9-AF234CFE32CA}" dt="2026-06-05T13:41:57.183" v="1226" actId="790"/>
          <ac:spMkLst>
            <pc:docMk/>
            <pc:sldMk cId="2403861698" sldId="344"/>
            <ac:spMk id="23" creationId="{E8CBEBA2-E9BA-FA85-76C1-3918F7D1E5DB}"/>
          </ac:spMkLst>
        </pc:spChg>
        <pc:spChg chg="mod">
          <ac:chgData name="CHARLES Lucile OBS/COM" userId="297b0a8f-3435-4c0c-b93e-c81b37468b96" providerId="ADAL" clId="{60B1C376-C011-462E-8BD9-AF234CFE32CA}" dt="2026-06-05T13:41:57.183" v="1226" actId="790"/>
          <ac:spMkLst>
            <pc:docMk/>
            <pc:sldMk cId="2403861698" sldId="344"/>
            <ac:spMk id="25" creationId="{9DF1B4AE-C3EA-C847-9ADF-12B39CF5E974}"/>
          </ac:spMkLst>
        </pc:spChg>
        <pc:spChg chg="mod">
          <ac:chgData name="CHARLES Lucile OBS/COM" userId="297b0a8f-3435-4c0c-b93e-c81b37468b96" providerId="ADAL" clId="{60B1C376-C011-462E-8BD9-AF234CFE32CA}" dt="2026-06-05T13:41:57.183" v="1226" actId="790"/>
          <ac:spMkLst>
            <pc:docMk/>
            <pc:sldMk cId="2403861698" sldId="344"/>
            <ac:spMk id="26" creationId="{89CFA528-BA13-3A02-AA73-C5967489D712}"/>
          </ac:spMkLst>
        </pc:spChg>
        <pc:spChg chg="mod">
          <ac:chgData name="CHARLES Lucile OBS/COM" userId="297b0a8f-3435-4c0c-b93e-c81b37468b96" providerId="ADAL" clId="{60B1C376-C011-462E-8BD9-AF234CFE32CA}" dt="2026-06-05T13:41:57.183" v="1226" actId="790"/>
          <ac:spMkLst>
            <pc:docMk/>
            <pc:sldMk cId="2403861698" sldId="344"/>
            <ac:spMk id="31" creationId="{562DF9A1-A983-4396-3306-BC13C1522567}"/>
          </ac:spMkLst>
        </pc:spChg>
        <pc:spChg chg="mod">
          <ac:chgData name="CHARLES Lucile OBS/COM" userId="297b0a8f-3435-4c0c-b93e-c81b37468b96" providerId="ADAL" clId="{60B1C376-C011-462E-8BD9-AF234CFE32CA}" dt="2026-06-05T13:41:57.183" v="1226" actId="790"/>
          <ac:spMkLst>
            <pc:docMk/>
            <pc:sldMk cId="2403861698" sldId="344"/>
            <ac:spMk id="33" creationId="{9147D98D-AB6E-F1EA-1DA5-47F8D769AE1C}"/>
          </ac:spMkLst>
        </pc:spChg>
        <pc:extLst>
          <p:ext xmlns:p="http://schemas.openxmlformats.org/presentationml/2006/main" uri="{D6D511B9-2390-475A-947B-AFAB55BFBCF1}">
            <pc226:cmChg xmlns:pc226="http://schemas.microsoft.com/office/powerpoint/2022/06/main/command" chg="mod">
              <pc226:chgData name="CHARLES Lucile OBS/COM" userId="297b0a8f-3435-4c0c-b93e-c81b37468b96" providerId="ADAL" clId="{60B1C376-C011-462E-8BD9-AF234CFE32CA}" dt="2026-05-29T12:19:40.092" v="88" actId="20577"/>
              <pc2:cmMkLst xmlns:pc2="http://schemas.microsoft.com/office/powerpoint/2019/9/main/command">
                <pc:docMk/>
                <pc:sldMk cId="2403861698" sldId="344"/>
                <pc2:cmMk id="{9BEE1706-54AD-4D4D-B32C-27ED794B0659}"/>
              </pc2:cmMkLst>
            </pc226:cmChg>
          </p:ext>
        </pc:extLst>
      </pc:sldChg>
      <pc:sldChg chg="modSp mod">
        <pc:chgData name="CHARLES Lucile OBS/COM" userId="297b0a8f-3435-4c0c-b93e-c81b37468b96" providerId="ADAL" clId="{60B1C376-C011-462E-8BD9-AF234CFE32CA}" dt="2026-06-05T13:41:57.183" v="1226" actId="790"/>
        <pc:sldMkLst>
          <pc:docMk/>
          <pc:sldMk cId="2144975037" sldId="345"/>
        </pc:sldMkLst>
        <pc:spChg chg="mod">
          <ac:chgData name="CHARLES Lucile OBS/COM" userId="297b0a8f-3435-4c0c-b93e-c81b37468b96" providerId="ADAL" clId="{60B1C376-C011-462E-8BD9-AF234CFE32CA}" dt="2026-06-05T13:41:57.183" v="1226" actId="790"/>
          <ac:spMkLst>
            <pc:docMk/>
            <pc:sldMk cId="2144975037" sldId="345"/>
            <ac:spMk id="2" creationId="{5DBB5424-C918-2676-FD0A-B8564D42A6B9}"/>
          </ac:spMkLst>
        </pc:spChg>
        <pc:spChg chg="mod">
          <ac:chgData name="CHARLES Lucile OBS/COM" userId="297b0a8f-3435-4c0c-b93e-c81b37468b96" providerId="ADAL" clId="{60B1C376-C011-462E-8BD9-AF234CFE32CA}" dt="2026-06-05T13:41:57.183" v="1226" actId="790"/>
          <ac:spMkLst>
            <pc:docMk/>
            <pc:sldMk cId="2144975037" sldId="345"/>
            <ac:spMk id="3" creationId="{BCF3C9F5-B783-00CE-38C6-3E9D5FB10509}"/>
          </ac:spMkLst>
        </pc:spChg>
      </pc:sldChg>
      <pc:sldChg chg="modSp mod">
        <pc:chgData name="CHARLES Lucile OBS/COM" userId="297b0a8f-3435-4c0c-b93e-c81b37468b96" providerId="ADAL" clId="{60B1C376-C011-462E-8BD9-AF234CFE32CA}" dt="2026-06-05T13:41:57.183" v="1226" actId="790"/>
        <pc:sldMkLst>
          <pc:docMk/>
          <pc:sldMk cId="853878235" sldId="346"/>
        </pc:sldMkLst>
        <pc:spChg chg="mod">
          <ac:chgData name="CHARLES Lucile OBS/COM" userId="297b0a8f-3435-4c0c-b93e-c81b37468b96" providerId="ADAL" clId="{60B1C376-C011-462E-8BD9-AF234CFE32CA}" dt="2026-06-05T13:41:57.183" v="1226" actId="790"/>
          <ac:spMkLst>
            <pc:docMk/>
            <pc:sldMk cId="853878235" sldId="346"/>
            <ac:spMk id="2" creationId="{4A6649B1-149E-F350-ADAE-4C8E365EBAC1}"/>
          </ac:spMkLst>
        </pc:spChg>
        <pc:spChg chg="mod">
          <ac:chgData name="CHARLES Lucile OBS/COM" userId="297b0a8f-3435-4c0c-b93e-c81b37468b96" providerId="ADAL" clId="{60B1C376-C011-462E-8BD9-AF234CFE32CA}" dt="2026-06-05T13:41:57.183" v="1226" actId="790"/>
          <ac:spMkLst>
            <pc:docMk/>
            <pc:sldMk cId="853878235" sldId="346"/>
            <ac:spMk id="3" creationId="{15A38F3F-4C13-049E-7F07-C0DC23BD12A2}"/>
          </ac:spMkLst>
        </pc:spChg>
        <pc:spChg chg="mod">
          <ac:chgData name="CHARLES Lucile OBS/COM" userId="297b0a8f-3435-4c0c-b93e-c81b37468b96" providerId="ADAL" clId="{60B1C376-C011-462E-8BD9-AF234CFE32CA}" dt="2026-06-05T13:41:57.183" v="1226" actId="790"/>
          <ac:spMkLst>
            <pc:docMk/>
            <pc:sldMk cId="853878235" sldId="346"/>
            <ac:spMk id="6" creationId="{7A95D6BC-1839-D4E1-772E-ADAF42B54508}"/>
          </ac:spMkLst>
        </pc:spChg>
        <pc:spChg chg="mod">
          <ac:chgData name="CHARLES Lucile OBS/COM" userId="297b0a8f-3435-4c0c-b93e-c81b37468b96" providerId="ADAL" clId="{60B1C376-C011-462E-8BD9-AF234CFE32CA}" dt="2026-06-05T13:41:57.183" v="1226" actId="790"/>
          <ac:spMkLst>
            <pc:docMk/>
            <pc:sldMk cId="853878235" sldId="346"/>
            <ac:spMk id="9" creationId="{7838C744-7C75-21A4-4D7A-1577B26CA85C}"/>
          </ac:spMkLst>
        </pc:spChg>
        <pc:spChg chg="mod">
          <ac:chgData name="CHARLES Lucile OBS/COM" userId="297b0a8f-3435-4c0c-b93e-c81b37468b96" providerId="ADAL" clId="{60B1C376-C011-462E-8BD9-AF234CFE32CA}" dt="2026-06-05T13:41:57.183" v="1226" actId="790"/>
          <ac:spMkLst>
            <pc:docMk/>
            <pc:sldMk cId="853878235" sldId="346"/>
            <ac:spMk id="10" creationId="{F026BCD7-2DBC-A6ED-D429-9CBE1B48C245}"/>
          </ac:spMkLst>
        </pc:spChg>
        <pc:spChg chg="mod">
          <ac:chgData name="CHARLES Lucile OBS/COM" userId="297b0a8f-3435-4c0c-b93e-c81b37468b96" providerId="ADAL" clId="{60B1C376-C011-462E-8BD9-AF234CFE32CA}" dt="2026-06-05T13:41:57.183" v="1226" actId="790"/>
          <ac:spMkLst>
            <pc:docMk/>
            <pc:sldMk cId="853878235" sldId="346"/>
            <ac:spMk id="12" creationId="{88944557-E2AF-F1FB-A66A-2668847ED77E}"/>
          </ac:spMkLst>
        </pc:spChg>
        <pc:spChg chg="mod">
          <ac:chgData name="CHARLES Lucile OBS/COM" userId="297b0a8f-3435-4c0c-b93e-c81b37468b96" providerId="ADAL" clId="{60B1C376-C011-462E-8BD9-AF234CFE32CA}" dt="2026-06-05T13:41:57.183" v="1226" actId="790"/>
          <ac:spMkLst>
            <pc:docMk/>
            <pc:sldMk cId="853878235" sldId="346"/>
            <ac:spMk id="15" creationId="{43532F98-2743-C903-ACD7-705789C8F59F}"/>
          </ac:spMkLst>
        </pc:spChg>
      </pc:sldChg>
      <pc:sldChg chg="modSp mod">
        <pc:chgData name="CHARLES Lucile OBS/COM" userId="297b0a8f-3435-4c0c-b93e-c81b37468b96" providerId="ADAL" clId="{60B1C376-C011-462E-8BD9-AF234CFE32CA}" dt="2026-06-05T13:41:57.183" v="1226" actId="790"/>
        <pc:sldMkLst>
          <pc:docMk/>
          <pc:sldMk cId="1463401691" sldId="349"/>
        </pc:sldMkLst>
        <pc:spChg chg="mod">
          <ac:chgData name="CHARLES Lucile OBS/COM" userId="297b0a8f-3435-4c0c-b93e-c81b37468b96" providerId="ADAL" clId="{60B1C376-C011-462E-8BD9-AF234CFE32CA}" dt="2026-06-05T13:41:57.183" v="1226" actId="790"/>
          <ac:spMkLst>
            <pc:docMk/>
            <pc:sldMk cId="1463401691" sldId="349"/>
            <ac:spMk id="2" creationId="{66729AFB-64B0-4374-6DF1-254D6FC2A795}"/>
          </ac:spMkLst>
        </pc:spChg>
        <pc:spChg chg="mod">
          <ac:chgData name="CHARLES Lucile OBS/COM" userId="297b0a8f-3435-4c0c-b93e-c81b37468b96" providerId="ADAL" clId="{60B1C376-C011-462E-8BD9-AF234CFE32CA}" dt="2026-06-05T13:41:57.183" v="1226" actId="790"/>
          <ac:spMkLst>
            <pc:docMk/>
            <pc:sldMk cId="1463401691" sldId="349"/>
            <ac:spMk id="3" creationId="{6C103275-8465-7EC6-F790-2013E0DC2C30}"/>
          </ac:spMkLst>
        </pc:spChg>
        <pc:spChg chg="mod">
          <ac:chgData name="CHARLES Lucile OBS/COM" userId="297b0a8f-3435-4c0c-b93e-c81b37468b96" providerId="ADAL" clId="{60B1C376-C011-462E-8BD9-AF234CFE32CA}" dt="2026-06-05T13:41:57.183" v="1226" actId="790"/>
          <ac:spMkLst>
            <pc:docMk/>
            <pc:sldMk cId="1463401691" sldId="349"/>
            <ac:spMk id="4" creationId="{20C8FD05-0F72-3CCF-63D7-89975A38D185}"/>
          </ac:spMkLst>
        </pc:spChg>
        <pc:spChg chg="mod">
          <ac:chgData name="CHARLES Lucile OBS/COM" userId="297b0a8f-3435-4c0c-b93e-c81b37468b96" providerId="ADAL" clId="{60B1C376-C011-462E-8BD9-AF234CFE32CA}" dt="2026-06-05T13:41:57.183" v="1226" actId="790"/>
          <ac:spMkLst>
            <pc:docMk/>
            <pc:sldMk cId="1463401691" sldId="349"/>
            <ac:spMk id="5" creationId="{4C6D04F1-6F8A-F127-210D-C05652F565DD}"/>
          </ac:spMkLst>
        </pc:spChg>
        <pc:spChg chg="mod">
          <ac:chgData name="CHARLES Lucile OBS/COM" userId="297b0a8f-3435-4c0c-b93e-c81b37468b96" providerId="ADAL" clId="{60B1C376-C011-462E-8BD9-AF234CFE32CA}" dt="2026-06-05T13:41:57.183" v="1226" actId="790"/>
          <ac:spMkLst>
            <pc:docMk/>
            <pc:sldMk cId="1463401691" sldId="349"/>
            <ac:spMk id="6" creationId="{7B7F9536-D57C-824E-A69B-A657F04B861F}"/>
          </ac:spMkLst>
        </pc:spChg>
        <pc:picChg chg="mod">
          <ac:chgData name="CHARLES Lucile OBS/COM" userId="297b0a8f-3435-4c0c-b93e-c81b37468b96" providerId="ADAL" clId="{60B1C376-C011-462E-8BD9-AF234CFE32CA}" dt="2026-06-02T12:37:01.238" v="739" actId="1076"/>
          <ac:picMkLst>
            <pc:docMk/>
            <pc:sldMk cId="1463401691" sldId="349"/>
            <ac:picMk id="7" creationId="{ABDB20D9-1BC0-946D-7493-64076059C2B3}"/>
          </ac:picMkLst>
        </pc:picChg>
        <pc:picChg chg="mod">
          <ac:chgData name="CHARLES Lucile OBS/COM" userId="297b0a8f-3435-4c0c-b93e-c81b37468b96" providerId="ADAL" clId="{60B1C376-C011-462E-8BD9-AF234CFE32CA}" dt="2026-06-02T12:37:04.314" v="740" actId="1076"/>
          <ac:picMkLst>
            <pc:docMk/>
            <pc:sldMk cId="1463401691" sldId="349"/>
            <ac:picMk id="8" creationId="{B8F049A4-3454-1E5A-DBF6-2EE109911729}"/>
          </ac:picMkLst>
        </pc:picChg>
        <pc:picChg chg="mod">
          <ac:chgData name="CHARLES Lucile OBS/COM" userId="297b0a8f-3435-4c0c-b93e-c81b37468b96" providerId="ADAL" clId="{60B1C376-C011-462E-8BD9-AF234CFE32CA}" dt="2026-06-02T12:37:08.117" v="741" actId="1076"/>
          <ac:picMkLst>
            <pc:docMk/>
            <pc:sldMk cId="1463401691" sldId="349"/>
            <ac:picMk id="9" creationId="{69C592F9-42C1-784A-F980-ACCA6BED1156}"/>
          </ac:picMkLst>
        </pc:picChg>
      </pc:sldChg>
      <pc:sldChg chg="modSp mod">
        <pc:chgData name="CHARLES Lucile OBS/COM" userId="297b0a8f-3435-4c0c-b93e-c81b37468b96" providerId="ADAL" clId="{60B1C376-C011-462E-8BD9-AF234CFE32CA}" dt="2026-06-05T13:41:57.183" v="1226" actId="790"/>
        <pc:sldMkLst>
          <pc:docMk/>
          <pc:sldMk cId="3247676611" sldId="351"/>
        </pc:sldMkLst>
        <pc:spChg chg="mod">
          <ac:chgData name="CHARLES Lucile OBS/COM" userId="297b0a8f-3435-4c0c-b93e-c81b37468b96" providerId="ADAL" clId="{60B1C376-C011-462E-8BD9-AF234CFE32CA}" dt="2026-06-05T13:41:57.183" v="1226" actId="790"/>
          <ac:spMkLst>
            <pc:docMk/>
            <pc:sldMk cId="3247676611" sldId="351"/>
            <ac:spMk id="2" creationId="{57389930-FEF1-12E0-9124-671ADC1888A2}"/>
          </ac:spMkLst>
        </pc:spChg>
        <pc:spChg chg="mod">
          <ac:chgData name="CHARLES Lucile OBS/COM" userId="297b0a8f-3435-4c0c-b93e-c81b37468b96" providerId="ADAL" clId="{60B1C376-C011-462E-8BD9-AF234CFE32CA}" dt="2026-06-05T13:41:57.183" v="1226" actId="790"/>
          <ac:spMkLst>
            <pc:docMk/>
            <pc:sldMk cId="3247676611" sldId="351"/>
            <ac:spMk id="5" creationId="{1E715297-44ED-AAA1-5093-C86EF97D0C10}"/>
          </ac:spMkLst>
        </pc:spChg>
        <pc:spChg chg="mod">
          <ac:chgData name="CHARLES Lucile OBS/COM" userId="297b0a8f-3435-4c0c-b93e-c81b37468b96" providerId="ADAL" clId="{60B1C376-C011-462E-8BD9-AF234CFE32CA}" dt="2026-06-05T13:41:57.183" v="1226" actId="790"/>
          <ac:spMkLst>
            <pc:docMk/>
            <pc:sldMk cId="3247676611" sldId="351"/>
            <ac:spMk id="9" creationId="{3C92A1D0-BCDB-413F-5EB8-96FC819596C9}"/>
          </ac:spMkLst>
        </pc:spChg>
      </pc:sldChg>
      <pc:sldChg chg="modSp mod">
        <pc:chgData name="CHARLES Lucile OBS/COM" userId="297b0a8f-3435-4c0c-b93e-c81b37468b96" providerId="ADAL" clId="{60B1C376-C011-462E-8BD9-AF234CFE32CA}" dt="2026-06-05T13:41:57.183" v="1226" actId="790"/>
        <pc:sldMkLst>
          <pc:docMk/>
          <pc:sldMk cId="3820459570" sldId="352"/>
        </pc:sldMkLst>
        <pc:spChg chg="mod">
          <ac:chgData name="CHARLES Lucile OBS/COM" userId="297b0a8f-3435-4c0c-b93e-c81b37468b96" providerId="ADAL" clId="{60B1C376-C011-462E-8BD9-AF234CFE32CA}" dt="2026-06-05T13:41:57.183" v="1226" actId="790"/>
          <ac:spMkLst>
            <pc:docMk/>
            <pc:sldMk cId="3820459570" sldId="352"/>
            <ac:spMk id="5" creationId="{24CEC388-15D3-1C85-CD2C-7DE69746BD93}"/>
          </ac:spMkLst>
        </pc:spChg>
        <pc:spChg chg="mod">
          <ac:chgData name="CHARLES Lucile OBS/COM" userId="297b0a8f-3435-4c0c-b93e-c81b37468b96" providerId="ADAL" clId="{60B1C376-C011-462E-8BD9-AF234CFE32CA}" dt="2026-06-05T13:41:57.183" v="1226" actId="790"/>
          <ac:spMkLst>
            <pc:docMk/>
            <pc:sldMk cId="3820459570" sldId="352"/>
            <ac:spMk id="8" creationId="{9677E7B5-8830-7B00-73DB-7B3B9B23C2CB}"/>
          </ac:spMkLst>
        </pc:spChg>
        <pc:spChg chg="mod">
          <ac:chgData name="CHARLES Lucile OBS/COM" userId="297b0a8f-3435-4c0c-b93e-c81b37468b96" providerId="ADAL" clId="{60B1C376-C011-462E-8BD9-AF234CFE32CA}" dt="2026-06-05T13:41:57.183" v="1226" actId="790"/>
          <ac:spMkLst>
            <pc:docMk/>
            <pc:sldMk cId="3820459570" sldId="352"/>
            <ac:spMk id="10" creationId="{B089C937-9ED6-CF8E-B0C9-8FA9BB47B9E0}"/>
          </ac:spMkLst>
        </pc:spChg>
        <pc:picChg chg="ord">
          <ac:chgData name="CHARLES Lucile OBS/COM" userId="297b0a8f-3435-4c0c-b93e-c81b37468b96" providerId="ADAL" clId="{60B1C376-C011-462E-8BD9-AF234CFE32CA}" dt="2026-06-01T09:16:51.963" v="338" actId="167"/>
          <ac:picMkLst>
            <pc:docMk/>
            <pc:sldMk cId="3820459570" sldId="352"/>
            <ac:picMk id="6" creationId="{AA97F646-CC9F-3F4F-A14C-20BA198E99AF}"/>
          </ac:picMkLst>
        </pc:picChg>
      </pc:sldChg>
      <pc:sldChg chg="modSp mod">
        <pc:chgData name="CHARLES Lucile OBS/COM" userId="297b0a8f-3435-4c0c-b93e-c81b37468b96" providerId="ADAL" clId="{60B1C376-C011-462E-8BD9-AF234CFE32CA}" dt="2026-06-05T13:41:57.183" v="1226" actId="790"/>
        <pc:sldMkLst>
          <pc:docMk/>
          <pc:sldMk cId="4158802550" sldId="353"/>
        </pc:sldMkLst>
        <pc:spChg chg="mod">
          <ac:chgData name="CHARLES Lucile OBS/COM" userId="297b0a8f-3435-4c0c-b93e-c81b37468b96" providerId="ADAL" clId="{60B1C376-C011-462E-8BD9-AF234CFE32CA}" dt="2026-06-05T13:41:57.183" v="1226" actId="790"/>
          <ac:spMkLst>
            <pc:docMk/>
            <pc:sldMk cId="4158802550" sldId="353"/>
            <ac:spMk id="2" creationId="{48CC14DE-137C-3681-C5C1-614FDCEE9889}"/>
          </ac:spMkLst>
        </pc:spChg>
        <pc:spChg chg="mod">
          <ac:chgData name="CHARLES Lucile OBS/COM" userId="297b0a8f-3435-4c0c-b93e-c81b37468b96" providerId="ADAL" clId="{60B1C376-C011-462E-8BD9-AF234CFE32CA}" dt="2026-06-05T13:41:57.183" v="1226" actId="790"/>
          <ac:spMkLst>
            <pc:docMk/>
            <pc:sldMk cId="4158802550" sldId="353"/>
            <ac:spMk id="5" creationId="{5DFE5D5E-9EE8-717F-937C-B98A9E0F72E1}"/>
          </ac:spMkLst>
        </pc:spChg>
        <pc:spChg chg="mod">
          <ac:chgData name="CHARLES Lucile OBS/COM" userId="297b0a8f-3435-4c0c-b93e-c81b37468b96" providerId="ADAL" clId="{60B1C376-C011-462E-8BD9-AF234CFE32CA}" dt="2026-06-05T13:41:57.183" v="1226" actId="790"/>
          <ac:spMkLst>
            <pc:docMk/>
            <pc:sldMk cId="4158802550" sldId="353"/>
            <ac:spMk id="10" creationId="{49FE5AD0-49EC-BDEE-780B-1697E8082DD0}"/>
          </ac:spMkLst>
        </pc:spChg>
      </pc:sldChg>
      <pc:sldChg chg="modSp mod">
        <pc:chgData name="CHARLES Lucile OBS/COM" userId="297b0a8f-3435-4c0c-b93e-c81b37468b96" providerId="ADAL" clId="{60B1C376-C011-462E-8BD9-AF234CFE32CA}" dt="2026-06-05T13:41:57.183" v="1226" actId="790"/>
        <pc:sldMkLst>
          <pc:docMk/>
          <pc:sldMk cId="2783314908" sldId="354"/>
        </pc:sldMkLst>
        <pc:spChg chg="mod">
          <ac:chgData name="CHARLES Lucile OBS/COM" userId="297b0a8f-3435-4c0c-b93e-c81b37468b96" providerId="ADAL" clId="{60B1C376-C011-462E-8BD9-AF234CFE32CA}" dt="2026-06-05T13:41:57.183" v="1226" actId="790"/>
          <ac:spMkLst>
            <pc:docMk/>
            <pc:sldMk cId="2783314908" sldId="354"/>
            <ac:spMk id="2" creationId="{B8B71984-C324-AB3E-D466-0D518BB2BB26}"/>
          </ac:spMkLst>
        </pc:spChg>
        <pc:spChg chg="mod">
          <ac:chgData name="CHARLES Lucile OBS/COM" userId="297b0a8f-3435-4c0c-b93e-c81b37468b96" providerId="ADAL" clId="{60B1C376-C011-462E-8BD9-AF234CFE32CA}" dt="2026-06-05T13:41:57.183" v="1226" actId="790"/>
          <ac:spMkLst>
            <pc:docMk/>
            <pc:sldMk cId="2783314908" sldId="354"/>
            <ac:spMk id="5" creationId="{35E7BB4B-FB97-D4DB-E268-9F58984C2103}"/>
          </ac:spMkLst>
        </pc:spChg>
        <pc:spChg chg="mod">
          <ac:chgData name="CHARLES Lucile OBS/COM" userId="297b0a8f-3435-4c0c-b93e-c81b37468b96" providerId="ADAL" clId="{60B1C376-C011-462E-8BD9-AF234CFE32CA}" dt="2026-06-05T13:41:57.183" v="1226" actId="790"/>
          <ac:spMkLst>
            <pc:docMk/>
            <pc:sldMk cId="2783314908" sldId="354"/>
            <ac:spMk id="10" creationId="{A97F04E6-0EF3-84C2-A931-DE9052FA65D7}"/>
          </ac:spMkLst>
        </pc:spChg>
      </pc:sldChg>
      <pc:sldChg chg="modSp mod">
        <pc:chgData name="CHARLES Lucile OBS/COM" userId="297b0a8f-3435-4c0c-b93e-c81b37468b96" providerId="ADAL" clId="{60B1C376-C011-462E-8BD9-AF234CFE32CA}" dt="2026-06-05T13:41:57.183" v="1226" actId="790"/>
        <pc:sldMkLst>
          <pc:docMk/>
          <pc:sldMk cId="1210232165" sldId="355"/>
        </pc:sldMkLst>
        <pc:spChg chg="mod">
          <ac:chgData name="CHARLES Lucile OBS/COM" userId="297b0a8f-3435-4c0c-b93e-c81b37468b96" providerId="ADAL" clId="{60B1C376-C011-462E-8BD9-AF234CFE32CA}" dt="2026-06-05T13:41:57.183" v="1226" actId="790"/>
          <ac:spMkLst>
            <pc:docMk/>
            <pc:sldMk cId="1210232165" sldId="355"/>
            <ac:spMk id="3" creationId="{9FC76854-1CF8-800A-7323-9CFD2CF60948}"/>
          </ac:spMkLst>
        </pc:spChg>
      </pc:sldChg>
      <pc:sldChg chg="modSp mod">
        <pc:chgData name="CHARLES Lucile OBS/COM" userId="297b0a8f-3435-4c0c-b93e-c81b37468b96" providerId="ADAL" clId="{60B1C376-C011-462E-8BD9-AF234CFE32CA}" dt="2026-06-05T13:41:57.183" v="1226" actId="790"/>
        <pc:sldMkLst>
          <pc:docMk/>
          <pc:sldMk cId="4288702483" sldId="357"/>
        </pc:sldMkLst>
        <pc:spChg chg="mod">
          <ac:chgData name="CHARLES Lucile OBS/COM" userId="297b0a8f-3435-4c0c-b93e-c81b37468b96" providerId="ADAL" clId="{60B1C376-C011-462E-8BD9-AF234CFE32CA}" dt="2026-06-05T13:41:57.183" v="1226" actId="790"/>
          <ac:spMkLst>
            <pc:docMk/>
            <pc:sldMk cId="4288702483" sldId="357"/>
            <ac:spMk id="2" creationId="{D9C057CC-92BC-59D8-5342-741621D7FDCC}"/>
          </ac:spMkLst>
        </pc:spChg>
        <pc:spChg chg="mod">
          <ac:chgData name="CHARLES Lucile OBS/COM" userId="297b0a8f-3435-4c0c-b93e-c81b37468b96" providerId="ADAL" clId="{60B1C376-C011-462E-8BD9-AF234CFE32CA}" dt="2026-06-05T13:41:57.183" v="1226" actId="790"/>
          <ac:spMkLst>
            <pc:docMk/>
            <pc:sldMk cId="4288702483" sldId="357"/>
            <ac:spMk id="3" creationId="{0295899A-0822-A5A7-B5EF-3B19571616CB}"/>
          </ac:spMkLst>
        </pc:spChg>
        <pc:spChg chg="mod">
          <ac:chgData name="CHARLES Lucile OBS/COM" userId="297b0a8f-3435-4c0c-b93e-c81b37468b96" providerId="ADAL" clId="{60B1C376-C011-462E-8BD9-AF234CFE32CA}" dt="2026-06-05T13:41:57.183" v="1226" actId="790"/>
          <ac:spMkLst>
            <pc:docMk/>
            <pc:sldMk cId="4288702483" sldId="357"/>
            <ac:spMk id="4" creationId="{7E7DED65-B71A-CC38-A836-DF3A4D3F4E31}"/>
          </ac:spMkLst>
        </pc:spChg>
        <pc:spChg chg="mod">
          <ac:chgData name="CHARLES Lucile OBS/COM" userId="297b0a8f-3435-4c0c-b93e-c81b37468b96" providerId="ADAL" clId="{60B1C376-C011-462E-8BD9-AF234CFE32CA}" dt="2026-06-05T13:41:57.183" v="1226" actId="790"/>
          <ac:spMkLst>
            <pc:docMk/>
            <pc:sldMk cId="4288702483" sldId="357"/>
            <ac:spMk id="6" creationId="{E4EE3C73-96DD-9074-72A9-C758B89C6304}"/>
          </ac:spMkLst>
        </pc:spChg>
        <pc:spChg chg="mod">
          <ac:chgData name="CHARLES Lucile OBS/COM" userId="297b0a8f-3435-4c0c-b93e-c81b37468b96" providerId="ADAL" clId="{60B1C376-C011-462E-8BD9-AF234CFE32CA}" dt="2026-06-05T13:41:57.183" v="1226" actId="790"/>
          <ac:spMkLst>
            <pc:docMk/>
            <pc:sldMk cId="4288702483" sldId="357"/>
            <ac:spMk id="7" creationId="{009F47C7-1443-0F54-94A1-717E6F7C13CF}"/>
          </ac:spMkLst>
        </pc:spChg>
        <pc:spChg chg="mod">
          <ac:chgData name="CHARLES Lucile OBS/COM" userId="297b0a8f-3435-4c0c-b93e-c81b37468b96" providerId="ADAL" clId="{60B1C376-C011-462E-8BD9-AF234CFE32CA}" dt="2026-06-05T13:41:57.183" v="1226" actId="790"/>
          <ac:spMkLst>
            <pc:docMk/>
            <pc:sldMk cId="4288702483" sldId="357"/>
            <ac:spMk id="16" creationId="{11B4C16E-52FC-3FD2-EFC2-AEB0107CDF0E}"/>
          </ac:spMkLst>
        </pc:spChg>
        <pc:spChg chg="mod">
          <ac:chgData name="CHARLES Lucile OBS/COM" userId="297b0a8f-3435-4c0c-b93e-c81b37468b96" providerId="ADAL" clId="{60B1C376-C011-462E-8BD9-AF234CFE32CA}" dt="2026-06-05T13:41:57.183" v="1226" actId="790"/>
          <ac:spMkLst>
            <pc:docMk/>
            <pc:sldMk cId="4288702483" sldId="357"/>
            <ac:spMk id="19" creationId="{639B5EA7-0904-975E-FBB2-74AD71123D21}"/>
          </ac:spMkLst>
        </pc:spChg>
        <pc:spChg chg="mod">
          <ac:chgData name="CHARLES Lucile OBS/COM" userId="297b0a8f-3435-4c0c-b93e-c81b37468b96" providerId="ADAL" clId="{60B1C376-C011-462E-8BD9-AF234CFE32CA}" dt="2026-06-05T13:41:57.183" v="1226" actId="790"/>
          <ac:spMkLst>
            <pc:docMk/>
            <pc:sldMk cId="4288702483" sldId="357"/>
            <ac:spMk id="20" creationId="{E97F37CB-2E39-C3F5-E18F-7A8A3E362F5B}"/>
          </ac:spMkLst>
        </pc:spChg>
      </pc:sldChg>
      <pc:sldChg chg="modSp mod">
        <pc:chgData name="CHARLES Lucile OBS/COM" userId="297b0a8f-3435-4c0c-b93e-c81b37468b96" providerId="ADAL" clId="{60B1C376-C011-462E-8BD9-AF234CFE32CA}" dt="2026-06-05T13:41:57.183" v="1226" actId="790"/>
        <pc:sldMkLst>
          <pc:docMk/>
          <pc:sldMk cId="3606474975" sldId="358"/>
        </pc:sldMkLst>
        <pc:spChg chg="mod">
          <ac:chgData name="CHARLES Lucile OBS/COM" userId="297b0a8f-3435-4c0c-b93e-c81b37468b96" providerId="ADAL" clId="{60B1C376-C011-462E-8BD9-AF234CFE32CA}" dt="2026-06-05T13:41:57.183" v="1226" actId="790"/>
          <ac:spMkLst>
            <pc:docMk/>
            <pc:sldMk cId="3606474975" sldId="358"/>
            <ac:spMk id="2" creationId="{217F2AE0-AEFF-E40F-6E80-EEFC8B3F4DF2}"/>
          </ac:spMkLst>
        </pc:spChg>
        <pc:spChg chg="mod">
          <ac:chgData name="CHARLES Lucile OBS/COM" userId="297b0a8f-3435-4c0c-b93e-c81b37468b96" providerId="ADAL" clId="{60B1C376-C011-462E-8BD9-AF234CFE32CA}" dt="2026-06-05T13:41:57.183" v="1226" actId="790"/>
          <ac:spMkLst>
            <pc:docMk/>
            <pc:sldMk cId="3606474975" sldId="358"/>
            <ac:spMk id="5" creationId="{18D80422-EBE6-D250-4805-0DBB63A65E9F}"/>
          </ac:spMkLst>
        </pc:spChg>
        <pc:spChg chg="mod">
          <ac:chgData name="CHARLES Lucile OBS/COM" userId="297b0a8f-3435-4c0c-b93e-c81b37468b96" providerId="ADAL" clId="{60B1C376-C011-462E-8BD9-AF234CFE32CA}" dt="2026-06-05T13:41:57.183" v="1226" actId="790"/>
          <ac:spMkLst>
            <pc:docMk/>
            <pc:sldMk cId="3606474975" sldId="358"/>
            <ac:spMk id="6" creationId="{87C83FCC-B7BB-FC61-CB5C-EB7EDB8997C3}"/>
          </ac:spMkLst>
        </pc:spChg>
        <pc:spChg chg="mod">
          <ac:chgData name="CHARLES Lucile OBS/COM" userId="297b0a8f-3435-4c0c-b93e-c81b37468b96" providerId="ADAL" clId="{60B1C376-C011-462E-8BD9-AF234CFE32CA}" dt="2026-06-05T13:41:57.183" v="1226" actId="790"/>
          <ac:spMkLst>
            <pc:docMk/>
            <pc:sldMk cId="3606474975" sldId="358"/>
            <ac:spMk id="13" creationId="{0AB013E2-7D39-C1FB-0E49-C119245EA395}"/>
          </ac:spMkLst>
        </pc:spChg>
        <pc:spChg chg="mod">
          <ac:chgData name="CHARLES Lucile OBS/COM" userId="297b0a8f-3435-4c0c-b93e-c81b37468b96" providerId="ADAL" clId="{60B1C376-C011-462E-8BD9-AF234CFE32CA}" dt="2026-06-05T13:41:57.183" v="1226" actId="790"/>
          <ac:spMkLst>
            <pc:docMk/>
            <pc:sldMk cId="3606474975" sldId="358"/>
            <ac:spMk id="14" creationId="{232989DA-E68D-A527-1D31-1C1241B1B2C6}"/>
          </ac:spMkLst>
        </pc:spChg>
        <pc:spChg chg="mod">
          <ac:chgData name="CHARLES Lucile OBS/COM" userId="297b0a8f-3435-4c0c-b93e-c81b37468b96" providerId="ADAL" clId="{60B1C376-C011-462E-8BD9-AF234CFE32CA}" dt="2026-06-05T13:41:57.183" v="1226" actId="790"/>
          <ac:spMkLst>
            <pc:docMk/>
            <pc:sldMk cId="3606474975" sldId="358"/>
            <ac:spMk id="15" creationId="{FF3886F5-53EC-E487-4F19-BDE9E269247B}"/>
          </ac:spMkLst>
        </pc:spChg>
        <pc:spChg chg="mod">
          <ac:chgData name="CHARLES Lucile OBS/COM" userId="297b0a8f-3435-4c0c-b93e-c81b37468b96" providerId="ADAL" clId="{60B1C376-C011-462E-8BD9-AF234CFE32CA}" dt="2026-06-05T13:41:57.183" v="1226" actId="790"/>
          <ac:spMkLst>
            <pc:docMk/>
            <pc:sldMk cId="3606474975" sldId="358"/>
            <ac:spMk id="19" creationId="{8B190A5D-E889-FF77-9FFF-A5094670BABA}"/>
          </ac:spMkLst>
        </pc:spChg>
        <pc:spChg chg="mod">
          <ac:chgData name="CHARLES Lucile OBS/COM" userId="297b0a8f-3435-4c0c-b93e-c81b37468b96" providerId="ADAL" clId="{60B1C376-C011-462E-8BD9-AF234CFE32CA}" dt="2026-06-05T13:41:57.183" v="1226" actId="790"/>
          <ac:spMkLst>
            <pc:docMk/>
            <pc:sldMk cId="3606474975" sldId="358"/>
            <ac:spMk id="20" creationId="{8A28056C-DBBF-77B1-4DB4-322A5E12F588}"/>
          </ac:spMkLst>
        </pc:spChg>
        <pc:spChg chg="mod">
          <ac:chgData name="CHARLES Lucile OBS/COM" userId="297b0a8f-3435-4c0c-b93e-c81b37468b96" providerId="ADAL" clId="{60B1C376-C011-462E-8BD9-AF234CFE32CA}" dt="2026-06-05T13:41:57.183" v="1226" actId="790"/>
          <ac:spMkLst>
            <pc:docMk/>
            <pc:sldMk cId="3606474975" sldId="358"/>
            <ac:spMk id="22" creationId="{0AEDF658-AFF8-A5F2-9C49-6FF1148543F6}"/>
          </ac:spMkLst>
        </pc:spChg>
      </pc:sldChg>
      <pc:sldChg chg="delSp modSp mod modCm">
        <pc:chgData name="CHARLES Lucile OBS/COM" userId="297b0a8f-3435-4c0c-b93e-c81b37468b96" providerId="ADAL" clId="{60B1C376-C011-462E-8BD9-AF234CFE32CA}" dt="2026-06-05T13:41:57.183" v="1226" actId="790"/>
        <pc:sldMkLst>
          <pc:docMk/>
          <pc:sldMk cId="925918472" sldId="359"/>
        </pc:sldMkLst>
        <pc:spChg chg="mod">
          <ac:chgData name="CHARLES Lucile OBS/COM" userId="297b0a8f-3435-4c0c-b93e-c81b37468b96" providerId="ADAL" clId="{60B1C376-C011-462E-8BD9-AF234CFE32CA}" dt="2026-06-05T13:41:57.183" v="1226" actId="790"/>
          <ac:spMkLst>
            <pc:docMk/>
            <pc:sldMk cId="925918472" sldId="359"/>
            <ac:spMk id="2" creationId="{A2D77B8A-6FD3-19A3-0452-5AFD92FF916A}"/>
          </ac:spMkLst>
        </pc:spChg>
        <pc:spChg chg="mod">
          <ac:chgData name="CHARLES Lucile OBS/COM" userId="297b0a8f-3435-4c0c-b93e-c81b37468b96" providerId="ADAL" clId="{60B1C376-C011-462E-8BD9-AF234CFE32CA}" dt="2026-06-05T13:41:57.183" v="1226" actId="790"/>
          <ac:spMkLst>
            <pc:docMk/>
            <pc:sldMk cId="925918472" sldId="359"/>
            <ac:spMk id="5" creationId="{F734DA02-807A-3283-B3ED-0C4F469C8813}"/>
          </ac:spMkLst>
        </pc:spChg>
        <pc:spChg chg="mod">
          <ac:chgData name="CHARLES Lucile OBS/COM" userId="297b0a8f-3435-4c0c-b93e-c81b37468b96" providerId="ADAL" clId="{60B1C376-C011-462E-8BD9-AF234CFE32CA}" dt="2026-06-05T13:41:57.183" v="1226" actId="790"/>
          <ac:spMkLst>
            <pc:docMk/>
            <pc:sldMk cId="925918472" sldId="359"/>
            <ac:spMk id="9" creationId="{43D1B019-EAB3-01FC-982C-CE72FB1637ED}"/>
          </ac:spMkLst>
        </pc:spChg>
        <pc:spChg chg="mod">
          <ac:chgData name="CHARLES Lucile OBS/COM" userId="297b0a8f-3435-4c0c-b93e-c81b37468b96" providerId="ADAL" clId="{60B1C376-C011-462E-8BD9-AF234CFE32CA}" dt="2026-06-05T13:41:57.183" v="1226" actId="790"/>
          <ac:spMkLst>
            <pc:docMk/>
            <pc:sldMk cId="925918472" sldId="359"/>
            <ac:spMk id="10" creationId="{6AF9C2A1-14FD-2D23-2EBA-E72576697BBC}"/>
          </ac:spMkLst>
        </pc:spChg>
        <pc:spChg chg="mod">
          <ac:chgData name="CHARLES Lucile OBS/COM" userId="297b0a8f-3435-4c0c-b93e-c81b37468b96" providerId="ADAL" clId="{60B1C376-C011-462E-8BD9-AF234CFE32CA}" dt="2026-06-05T13:41:57.183" v="1226" actId="790"/>
          <ac:spMkLst>
            <pc:docMk/>
            <pc:sldMk cId="925918472" sldId="359"/>
            <ac:spMk id="11" creationId="{5C5A02EB-A31D-1C68-137E-A35628C425BA}"/>
          </ac:spMkLst>
        </pc:spChg>
        <pc:extLst>
          <p:ext xmlns:p="http://schemas.openxmlformats.org/presentationml/2006/main" uri="{D6D511B9-2390-475A-947B-AFAB55BFBCF1}">
            <pc226:cmChg xmlns:pc226="http://schemas.microsoft.com/office/powerpoint/2022/06/main/command" chg="mod">
              <pc226:chgData name="CHARLES Lucile OBS/COM" userId="297b0a8f-3435-4c0c-b93e-c81b37468b96" providerId="ADAL" clId="{60B1C376-C011-462E-8BD9-AF234CFE32CA}" dt="2026-05-29T12:22:45.656" v="171" actId="20577"/>
              <pc2:cmMkLst xmlns:pc2="http://schemas.microsoft.com/office/powerpoint/2019/9/main/command">
                <pc:docMk/>
                <pc:sldMk cId="925918472" sldId="359"/>
                <pc2:cmMk id="{249E7077-7CA5-41FF-8758-3E40B660756E}"/>
              </pc2:cmMkLst>
            </pc226:cmChg>
            <pc226:cmChg xmlns:pc226="http://schemas.microsoft.com/office/powerpoint/2022/06/main/command" chg="mod">
              <pc226:chgData name="CHARLES Lucile OBS/COM" userId="297b0a8f-3435-4c0c-b93e-c81b37468b96" providerId="ADAL" clId="{60B1C376-C011-462E-8BD9-AF234CFE32CA}" dt="2026-05-29T12:22:27.645" v="151" actId="20577"/>
              <pc2:cmMkLst xmlns:pc2="http://schemas.microsoft.com/office/powerpoint/2019/9/main/command">
                <pc:docMk/>
                <pc:sldMk cId="925918472" sldId="359"/>
                <pc2:cmMk id="{0195168A-135B-49BE-88C2-3AD1E19C9673}"/>
              </pc2:cmMkLst>
            </pc226:cmChg>
          </p:ext>
        </pc:extLst>
      </pc:sldChg>
      <pc:sldChg chg="modSp mod">
        <pc:chgData name="CHARLES Lucile OBS/COM" userId="297b0a8f-3435-4c0c-b93e-c81b37468b96" providerId="ADAL" clId="{60B1C376-C011-462E-8BD9-AF234CFE32CA}" dt="2026-06-05T13:41:57.183" v="1226" actId="790"/>
        <pc:sldMkLst>
          <pc:docMk/>
          <pc:sldMk cId="1176091296" sldId="360"/>
        </pc:sldMkLst>
        <pc:spChg chg="mod">
          <ac:chgData name="CHARLES Lucile OBS/COM" userId="297b0a8f-3435-4c0c-b93e-c81b37468b96" providerId="ADAL" clId="{60B1C376-C011-462E-8BD9-AF234CFE32CA}" dt="2026-06-05T13:41:57.183" v="1226" actId="790"/>
          <ac:spMkLst>
            <pc:docMk/>
            <pc:sldMk cId="1176091296" sldId="360"/>
            <ac:spMk id="2" creationId="{BAE5EF2D-5885-3EAF-E962-96188DEA667F}"/>
          </ac:spMkLst>
        </pc:spChg>
        <pc:spChg chg="mod">
          <ac:chgData name="CHARLES Lucile OBS/COM" userId="297b0a8f-3435-4c0c-b93e-c81b37468b96" providerId="ADAL" clId="{60B1C376-C011-462E-8BD9-AF234CFE32CA}" dt="2026-06-05T13:41:57.183" v="1226" actId="790"/>
          <ac:spMkLst>
            <pc:docMk/>
            <pc:sldMk cId="1176091296" sldId="360"/>
            <ac:spMk id="4" creationId="{72BCD83B-B6B2-AEB7-8E16-1EC9DEFA8375}"/>
          </ac:spMkLst>
        </pc:spChg>
        <pc:spChg chg="mod">
          <ac:chgData name="CHARLES Lucile OBS/COM" userId="297b0a8f-3435-4c0c-b93e-c81b37468b96" providerId="ADAL" clId="{60B1C376-C011-462E-8BD9-AF234CFE32CA}" dt="2026-06-05T13:41:57.183" v="1226" actId="790"/>
          <ac:spMkLst>
            <pc:docMk/>
            <pc:sldMk cId="1176091296" sldId="360"/>
            <ac:spMk id="5" creationId="{E72A8640-2CC4-00F1-778C-4AF19E727A5A}"/>
          </ac:spMkLst>
        </pc:spChg>
        <pc:spChg chg="mod">
          <ac:chgData name="CHARLES Lucile OBS/COM" userId="297b0a8f-3435-4c0c-b93e-c81b37468b96" providerId="ADAL" clId="{60B1C376-C011-462E-8BD9-AF234CFE32CA}" dt="2026-06-01T09:17:12.285" v="339" actId="403"/>
          <ac:spMkLst>
            <pc:docMk/>
            <pc:sldMk cId="1176091296" sldId="360"/>
            <ac:spMk id="12" creationId="{EFF9D03D-C342-E21A-A931-13C97AF19792}"/>
          </ac:spMkLst>
        </pc:spChg>
        <pc:spChg chg="mod">
          <ac:chgData name="CHARLES Lucile OBS/COM" userId="297b0a8f-3435-4c0c-b93e-c81b37468b96" providerId="ADAL" clId="{60B1C376-C011-462E-8BD9-AF234CFE32CA}" dt="2026-06-05T13:41:57.183" v="1226" actId="790"/>
          <ac:spMkLst>
            <pc:docMk/>
            <pc:sldMk cId="1176091296" sldId="360"/>
            <ac:spMk id="15" creationId="{EF13B8CF-3873-3FCD-F8B1-5750BB8BB2F5}"/>
          </ac:spMkLst>
        </pc:spChg>
        <pc:spChg chg="mod">
          <ac:chgData name="CHARLES Lucile OBS/COM" userId="297b0a8f-3435-4c0c-b93e-c81b37468b96" providerId="ADAL" clId="{60B1C376-C011-462E-8BD9-AF234CFE32CA}" dt="2026-06-05T13:41:57.183" v="1226" actId="790"/>
          <ac:spMkLst>
            <pc:docMk/>
            <pc:sldMk cId="1176091296" sldId="360"/>
            <ac:spMk id="18" creationId="{5BBFFE19-547D-E810-CE09-941B1FA46F01}"/>
          </ac:spMkLst>
        </pc:spChg>
        <pc:spChg chg="mod">
          <ac:chgData name="CHARLES Lucile OBS/COM" userId="297b0a8f-3435-4c0c-b93e-c81b37468b96" providerId="ADAL" clId="{60B1C376-C011-462E-8BD9-AF234CFE32CA}" dt="2026-06-05T13:41:57.183" v="1226" actId="790"/>
          <ac:spMkLst>
            <pc:docMk/>
            <pc:sldMk cId="1176091296" sldId="360"/>
            <ac:spMk id="19" creationId="{76848CB1-DF67-3EFC-92DC-3293624CF8F2}"/>
          </ac:spMkLst>
        </pc:spChg>
        <pc:spChg chg="mod">
          <ac:chgData name="CHARLES Lucile OBS/COM" userId="297b0a8f-3435-4c0c-b93e-c81b37468b96" providerId="ADAL" clId="{60B1C376-C011-462E-8BD9-AF234CFE32CA}" dt="2026-06-05T13:41:57.183" v="1226" actId="790"/>
          <ac:spMkLst>
            <pc:docMk/>
            <pc:sldMk cId="1176091296" sldId="360"/>
            <ac:spMk id="21" creationId="{69BD401D-D210-057B-D915-F178DC2C8B49}"/>
          </ac:spMkLst>
        </pc:spChg>
        <pc:spChg chg="mod">
          <ac:chgData name="CHARLES Lucile OBS/COM" userId="297b0a8f-3435-4c0c-b93e-c81b37468b96" providerId="ADAL" clId="{60B1C376-C011-462E-8BD9-AF234CFE32CA}" dt="2026-06-05T13:41:57.183" v="1226" actId="790"/>
          <ac:spMkLst>
            <pc:docMk/>
            <pc:sldMk cId="1176091296" sldId="360"/>
            <ac:spMk id="23" creationId="{A2B575CF-A578-C3C1-D911-3CAE0BC411A5}"/>
          </ac:spMkLst>
        </pc:spChg>
        <pc:spChg chg="mod">
          <ac:chgData name="CHARLES Lucile OBS/COM" userId="297b0a8f-3435-4c0c-b93e-c81b37468b96" providerId="ADAL" clId="{60B1C376-C011-462E-8BD9-AF234CFE32CA}" dt="2026-06-05T13:41:57.183" v="1226" actId="790"/>
          <ac:spMkLst>
            <pc:docMk/>
            <pc:sldMk cId="1176091296" sldId="360"/>
            <ac:spMk id="24" creationId="{F9405D57-F7AC-2B98-8C58-00A74CB1A97B}"/>
          </ac:spMkLst>
        </pc:spChg>
        <pc:spChg chg="mod">
          <ac:chgData name="CHARLES Lucile OBS/COM" userId="297b0a8f-3435-4c0c-b93e-c81b37468b96" providerId="ADAL" clId="{60B1C376-C011-462E-8BD9-AF234CFE32CA}" dt="2026-06-05T13:41:57.183" v="1226" actId="790"/>
          <ac:spMkLst>
            <pc:docMk/>
            <pc:sldMk cId="1176091296" sldId="360"/>
            <ac:spMk id="31" creationId="{93130B85-2639-CC9E-6CE7-B0805E73B7D1}"/>
          </ac:spMkLst>
        </pc:spChg>
      </pc:sldChg>
      <pc:sldChg chg="modSp mod">
        <pc:chgData name="CHARLES Lucile OBS/COM" userId="297b0a8f-3435-4c0c-b93e-c81b37468b96" providerId="ADAL" clId="{60B1C376-C011-462E-8BD9-AF234CFE32CA}" dt="2026-06-05T13:41:57.183" v="1226" actId="790"/>
        <pc:sldMkLst>
          <pc:docMk/>
          <pc:sldMk cId="1038710478" sldId="361"/>
        </pc:sldMkLst>
        <pc:spChg chg="mod">
          <ac:chgData name="CHARLES Lucile OBS/COM" userId="297b0a8f-3435-4c0c-b93e-c81b37468b96" providerId="ADAL" clId="{60B1C376-C011-462E-8BD9-AF234CFE32CA}" dt="2026-06-05T13:41:57.183" v="1226" actId="790"/>
          <ac:spMkLst>
            <pc:docMk/>
            <pc:sldMk cId="1038710478" sldId="361"/>
            <ac:spMk id="4" creationId="{CC116997-AFDF-B990-9E35-C3B60B7D40C1}"/>
          </ac:spMkLst>
        </pc:spChg>
        <pc:spChg chg="mod">
          <ac:chgData name="CHARLES Lucile OBS/COM" userId="297b0a8f-3435-4c0c-b93e-c81b37468b96" providerId="ADAL" clId="{60B1C376-C011-462E-8BD9-AF234CFE32CA}" dt="2026-06-05T13:41:57.183" v="1226" actId="790"/>
          <ac:spMkLst>
            <pc:docMk/>
            <pc:sldMk cId="1038710478" sldId="361"/>
            <ac:spMk id="7" creationId="{F6F48849-05B0-EB4C-8B91-244B3792B207}"/>
          </ac:spMkLst>
        </pc:spChg>
        <pc:spChg chg="mod">
          <ac:chgData name="CHARLES Lucile OBS/COM" userId="297b0a8f-3435-4c0c-b93e-c81b37468b96" providerId="ADAL" clId="{60B1C376-C011-462E-8BD9-AF234CFE32CA}" dt="2026-06-05T13:41:57.183" v="1226" actId="790"/>
          <ac:spMkLst>
            <pc:docMk/>
            <pc:sldMk cId="1038710478" sldId="361"/>
            <ac:spMk id="8" creationId="{BC16623F-11A2-670A-8BBF-CEED107921D7}"/>
          </ac:spMkLst>
        </pc:spChg>
        <pc:spChg chg="mod">
          <ac:chgData name="CHARLES Lucile OBS/COM" userId="297b0a8f-3435-4c0c-b93e-c81b37468b96" providerId="ADAL" clId="{60B1C376-C011-462E-8BD9-AF234CFE32CA}" dt="2026-06-05T13:41:57.183" v="1226" actId="790"/>
          <ac:spMkLst>
            <pc:docMk/>
            <pc:sldMk cId="1038710478" sldId="361"/>
            <ac:spMk id="9" creationId="{4ED4CC8B-19A2-69F5-AA6E-E26A37605905}"/>
          </ac:spMkLst>
        </pc:spChg>
        <pc:spChg chg="mod">
          <ac:chgData name="CHARLES Lucile OBS/COM" userId="297b0a8f-3435-4c0c-b93e-c81b37468b96" providerId="ADAL" clId="{60B1C376-C011-462E-8BD9-AF234CFE32CA}" dt="2026-06-05T13:41:57.183" v="1226" actId="790"/>
          <ac:spMkLst>
            <pc:docMk/>
            <pc:sldMk cId="1038710478" sldId="361"/>
            <ac:spMk id="13" creationId="{F2F79D55-C577-691D-6FB5-152348E42485}"/>
          </ac:spMkLst>
        </pc:spChg>
        <pc:spChg chg="mod">
          <ac:chgData name="CHARLES Lucile OBS/COM" userId="297b0a8f-3435-4c0c-b93e-c81b37468b96" providerId="ADAL" clId="{60B1C376-C011-462E-8BD9-AF234CFE32CA}" dt="2026-06-05T13:41:57.183" v="1226" actId="790"/>
          <ac:spMkLst>
            <pc:docMk/>
            <pc:sldMk cId="1038710478" sldId="361"/>
            <ac:spMk id="32" creationId="{FF59DA51-0CD2-D416-FBB4-0A82DBD4B877}"/>
          </ac:spMkLst>
        </pc:spChg>
        <pc:spChg chg="mod">
          <ac:chgData name="CHARLES Lucile OBS/COM" userId="297b0a8f-3435-4c0c-b93e-c81b37468b96" providerId="ADAL" clId="{60B1C376-C011-462E-8BD9-AF234CFE32CA}" dt="2026-06-05T13:41:57.183" v="1226" actId="790"/>
          <ac:spMkLst>
            <pc:docMk/>
            <pc:sldMk cId="1038710478" sldId="361"/>
            <ac:spMk id="34" creationId="{83D162BD-F5BE-3A6B-E49B-9F45F3C0DF83}"/>
          </ac:spMkLst>
        </pc:spChg>
        <pc:picChg chg="mod">
          <ac:chgData name="CHARLES Lucile OBS/COM" userId="297b0a8f-3435-4c0c-b93e-c81b37468b96" providerId="ADAL" clId="{60B1C376-C011-462E-8BD9-AF234CFE32CA}" dt="2026-06-01T09:19:29.508" v="378" actId="1035"/>
          <ac:picMkLst>
            <pc:docMk/>
            <pc:sldMk cId="1038710478" sldId="361"/>
            <ac:picMk id="5" creationId="{1D75781B-2A3C-4EDA-74BF-CE1406D09652}"/>
          </ac:picMkLst>
        </pc:picChg>
        <pc:picChg chg="mod">
          <ac:chgData name="CHARLES Lucile OBS/COM" userId="297b0a8f-3435-4c0c-b93e-c81b37468b96" providerId="ADAL" clId="{60B1C376-C011-462E-8BD9-AF234CFE32CA}" dt="2026-06-01T09:19:48.291" v="396" actId="1076"/>
          <ac:picMkLst>
            <pc:docMk/>
            <pc:sldMk cId="1038710478" sldId="361"/>
            <ac:picMk id="10" creationId="{83736C0A-89F0-FF1B-EED9-3552CB766C34}"/>
          </ac:picMkLst>
        </pc:picChg>
        <pc:picChg chg="mod">
          <ac:chgData name="CHARLES Lucile OBS/COM" userId="297b0a8f-3435-4c0c-b93e-c81b37468b96" providerId="ADAL" clId="{60B1C376-C011-462E-8BD9-AF234CFE32CA}" dt="2026-06-01T09:19:29.508" v="378" actId="1035"/>
          <ac:picMkLst>
            <pc:docMk/>
            <pc:sldMk cId="1038710478" sldId="361"/>
            <ac:picMk id="14" creationId="{38AC4FA0-476F-78F3-F2AF-3C69A1315C44}"/>
          </ac:picMkLst>
        </pc:picChg>
      </pc:sldChg>
      <pc:sldChg chg="modSp mod">
        <pc:chgData name="CHARLES Lucile OBS/COM" userId="297b0a8f-3435-4c0c-b93e-c81b37468b96" providerId="ADAL" clId="{60B1C376-C011-462E-8BD9-AF234CFE32CA}" dt="2026-06-05T13:41:57.183" v="1226" actId="790"/>
        <pc:sldMkLst>
          <pc:docMk/>
          <pc:sldMk cId="4004131332" sldId="362"/>
        </pc:sldMkLst>
        <pc:spChg chg="mod">
          <ac:chgData name="CHARLES Lucile OBS/COM" userId="297b0a8f-3435-4c0c-b93e-c81b37468b96" providerId="ADAL" clId="{60B1C376-C011-462E-8BD9-AF234CFE32CA}" dt="2026-06-05T13:41:57.183" v="1226" actId="790"/>
          <ac:spMkLst>
            <pc:docMk/>
            <pc:sldMk cId="4004131332" sldId="362"/>
            <ac:spMk id="3" creationId="{761B308C-1D69-4271-C74B-8C0EDE9C987E}"/>
          </ac:spMkLst>
        </pc:spChg>
      </pc:sldChg>
      <pc:sldChg chg="modSp mod ord">
        <pc:chgData name="CHARLES Lucile OBS/COM" userId="297b0a8f-3435-4c0c-b93e-c81b37468b96" providerId="ADAL" clId="{60B1C376-C011-462E-8BD9-AF234CFE32CA}" dt="2026-06-05T13:41:57.183" v="1226" actId="790"/>
        <pc:sldMkLst>
          <pc:docMk/>
          <pc:sldMk cId="3895240422" sldId="364"/>
        </pc:sldMkLst>
        <pc:spChg chg="mod">
          <ac:chgData name="CHARLES Lucile OBS/COM" userId="297b0a8f-3435-4c0c-b93e-c81b37468b96" providerId="ADAL" clId="{60B1C376-C011-462E-8BD9-AF234CFE32CA}" dt="2026-06-05T13:41:57.183" v="1226" actId="790"/>
          <ac:spMkLst>
            <pc:docMk/>
            <pc:sldMk cId="3895240422" sldId="364"/>
            <ac:spMk id="2" creationId="{B85C9377-1370-20EE-94B3-9189A4A3D478}"/>
          </ac:spMkLst>
        </pc:spChg>
        <pc:spChg chg="mod">
          <ac:chgData name="CHARLES Lucile OBS/COM" userId="297b0a8f-3435-4c0c-b93e-c81b37468b96" providerId="ADAL" clId="{60B1C376-C011-462E-8BD9-AF234CFE32CA}" dt="2026-06-05T13:41:57.183" v="1226" actId="790"/>
          <ac:spMkLst>
            <pc:docMk/>
            <pc:sldMk cId="3895240422" sldId="364"/>
            <ac:spMk id="3" creationId="{522B44E2-D4AD-CE92-C318-271DD57EFE80}"/>
          </ac:spMkLst>
        </pc:spChg>
        <pc:spChg chg="mod">
          <ac:chgData name="CHARLES Lucile OBS/COM" userId="297b0a8f-3435-4c0c-b93e-c81b37468b96" providerId="ADAL" clId="{60B1C376-C011-462E-8BD9-AF234CFE32CA}" dt="2026-06-05T13:41:57.183" v="1226" actId="790"/>
          <ac:spMkLst>
            <pc:docMk/>
            <pc:sldMk cId="3895240422" sldId="364"/>
            <ac:spMk id="5" creationId="{727EB268-3F5C-C8BC-8E99-31F03F1DC244}"/>
          </ac:spMkLst>
        </pc:spChg>
        <pc:spChg chg="mod">
          <ac:chgData name="CHARLES Lucile OBS/COM" userId="297b0a8f-3435-4c0c-b93e-c81b37468b96" providerId="ADAL" clId="{60B1C376-C011-462E-8BD9-AF234CFE32CA}" dt="2026-06-05T13:41:57.183" v="1226" actId="790"/>
          <ac:spMkLst>
            <pc:docMk/>
            <pc:sldMk cId="3895240422" sldId="364"/>
            <ac:spMk id="6" creationId="{FCFEDF5E-4278-0CCF-5022-46B38849111B}"/>
          </ac:spMkLst>
        </pc:spChg>
        <pc:spChg chg="mod">
          <ac:chgData name="CHARLES Lucile OBS/COM" userId="297b0a8f-3435-4c0c-b93e-c81b37468b96" providerId="ADAL" clId="{60B1C376-C011-462E-8BD9-AF234CFE32CA}" dt="2026-06-01T07:53:56.192" v="217" actId="404"/>
          <ac:spMkLst>
            <pc:docMk/>
            <pc:sldMk cId="3895240422" sldId="364"/>
            <ac:spMk id="7" creationId="{E8D819C6-9633-60EB-E536-70AAE7512D0D}"/>
          </ac:spMkLst>
        </pc:spChg>
        <pc:spChg chg="mod">
          <ac:chgData name="CHARLES Lucile OBS/COM" userId="297b0a8f-3435-4c0c-b93e-c81b37468b96" providerId="ADAL" clId="{60B1C376-C011-462E-8BD9-AF234CFE32CA}" dt="2026-06-05T13:41:57.183" v="1226" actId="790"/>
          <ac:spMkLst>
            <pc:docMk/>
            <pc:sldMk cId="3895240422" sldId="364"/>
            <ac:spMk id="8" creationId="{D21E6785-107B-F489-F037-839B43362014}"/>
          </ac:spMkLst>
        </pc:spChg>
        <pc:spChg chg="mod">
          <ac:chgData name="CHARLES Lucile OBS/COM" userId="297b0a8f-3435-4c0c-b93e-c81b37468b96" providerId="ADAL" clId="{60B1C376-C011-462E-8BD9-AF234CFE32CA}" dt="2026-06-01T07:53:47.077" v="214" actId="404"/>
          <ac:spMkLst>
            <pc:docMk/>
            <pc:sldMk cId="3895240422" sldId="364"/>
            <ac:spMk id="9" creationId="{C179EA8A-E33E-521D-3D02-0E81663057C2}"/>
          </ac:spMkLst>
        </pc:spChg>
        <pc:spChg chg="mod">
          <ac:chgData name="CHARLES Lucile OBS/COM" userId="297b0a8f-3435-4c0c-b93e-c81b37468b96" providerId="ADAL" clId="{60B1C376-C011-462E-8BD9-AF234CFE32CA}" dt="2026-06-05T13:41:57.183" v="1226" actId="790"/>
          <ac:spMkLst>
            <pc:docMk/>
            <pc:sldMk cId="3895240422" sldId="364"/>
            <ac:spMk id="10" creationId="{4235413C-A25A-7A7E-9991-C9C51EED8042}"/>
          </ac:spMkLst>
        </pc:spChg>
        <pc:spChg chg="mod">
          <ac:chgData name="CHARLES Lucile OBS/COM" userId="297b0a8f-3435-4c0c-b93e-c81b37468b96" providerId="ADAL" clId="{60B1C376-C011-462E-8BD9-AF234CFE32CA}" dt="2026-06-05T13:41:57.183" v="1226" actId="790"/>
          <ac:spMkLst>
            <pc:docMk/>
            <pc:sldMk cId="3895240422" sldId="364"/>
            <ac:spMk id="11" creationId="{05D4D5B4-53A3-8042-D9CE-89F1A12C3D27}"/>
          </ac:spMkLst>
        </pc:spChg>
        <pc:spChg chg="mod">
          <ac:chgData name="CHARLES Lucile OBS/COM" userId="297b0a8f-3435-4c0c-b93e-c81b37468b96" providerId="ADAL" clId="{60B1C376-C011-462E-8BD9-AF234CFE32CA}" dt="2026-06-05T13:41:57.183" v="1226" actId="790"/>
          <ac:spMkLst>
            <pc:docMk/>
            <pc:sldMk cId="3895240422" sldId="364"/>
            <ac:spMk id="13" creationId="{25EE15BC-A3C9-DAEA-2230-91E29BC08B74}"/>
          </ac:spMkLst>
        </pc:spChg>
        <pc:spChg chg="mod">
          <ac:chgData name="CHARLES Lucile OBS/COM" userId="297b0a8f-3435-4c0c-b93e-c81b37468b96" providerId="ADAL" clId="{60B1C376-C011-462E-8BD9-AF234CFE32CA}" dt="2026-06-05T13:41:57.183" v="1226" actId="790"/>
          <ac:spMkLst>
            <pc:docMk/>
            <pc:sldMk cId="3895240422" sldId="364"/>
            <ac:spMk id="15" creationId="{4F6DA43A-C99A-AD4F-C0B6-D4F12D40DD72}"/>
          </ac:spMkLst>
        </pc:spChg>
        <pc:spChg chg="mod">
          <ac:chgData name="CHARLES Lucile OBS/COM" userId="297b0a8f-3435-4c0c-b93e-c81b37468b96" providerId="ADAL" clId="{60B1C376-C011-462E-8BD9-AF234CFE32CA}" dt="2026-06-05T13:41:57.183" v="1226" actId="790"/>
          <ac:spMkLst>
            <pc:docMk/>
            <pc:sldMk cId="3895240422" sldId="364"/>
            <ac:spMk id="18" creationId="{4F6DDF0E-DE0A-9836-8388-3B073147C069}"/>
          </ac:spMkLst>
        </pc:spChg>
      </pc:sldChg>
      <pc:sldChg chg="delSp modSp mod">
        <pc:chgData name="CHARLES Lucile OBS/COM" userId="297b0a8f-3435-4c0c-b93e-c81b37468b96" providerId="ADAL" clId="{60B1C376-C011-462E-8BD9-AF234CFE32CA}" dt="2026-06-05T13:41:57.183" v="1226" actId="790"/>
        <pc:sldMkLst>
          <pc:docMk/>
          <pc:sldMk cId="2822467644" sldId="2147469259"/>
        </pc:sldMkLst>
        <pc:spChg chg="mod">
          <ac:chgData name="CHARLES Lucile OBS/COM" userId="297b0a8f-3435-4c0c-b93e-c81b37468b96" providerId="ADAL" clId="{60B1C376-C011-462E-8BD9-AF234CFE32CA}" dt="2026-06-05T13:41:57.183" v="1226" actId="790"/>
          <ac:spMkLst>
            <pc:docMk/>
            <pc:sldMk cId="2822467644" sldId="2147469259"/>
            <ac:spMk id="6" creationId="{F218ADBC-9088-DBDE-5B18-8DC85ABF4C98}"/>
          </ac:spMkLst>
        </pc:spChg>
        <pc:spChg chg="mod">
          <ac:chgData name="CHARLES Lucile OBS/COM" userId="297b0a8f-3435-4c0c-b93e-c81b37468b96" providerId="ADAL" clId="{60B1C376-C011-462E-8BD9-AF234CFE32CA}" dt="2026-06-02T07:33:36.434" v="646" actId="1036"/>
          <ac:spMkLst>
            <pc:docMk/>
            <pc:sldMk cId="2822467644" sldId="2147469259"/>
            <ac:spMk id="9" creationId="{A7E504B3-CA91-DAFD-5BEB-5E5B8E5F9D1E}"/>
          </ac:spMkLst>
        </pc:spChg>
        <pc:spChg chg="mod">
          <ac:chgData name="CHARLES Lucile OBS/COM" userId="297b0a8f-3435-4c0c-b93e-c81b37468b96" providerId="ADAL" clId="{60B1C376-C011-462E-8BD9-AF234CFE32CA}" dt="2026-06-05T13:41:57.183" v="1226" actId="790"/>
          <ac:spMkLst>
            <pc:docMk/>
            <pc:sldMk cId="2822467644" sldId="2147469259"/>
            <ac:spMk id="10" creationId="{2E867A15-CA11-4221-7DFC-77C81B5BECA3}"/>
          </ac:spMkLst>
        </pc:spChg>
        <pc:spChg chg="mod">
          <ac:chgData name="CHARLES Lucile OBS/COM" userId="297b0a8f-3435-4c0c-b93e-c81b37468b96" providerId="ADAL" clId="{60B1C376-C011-462E-8BD9-AF234CFE32CA}" dt="2026-06-05T13:41:57.183" v="1226" actId="790"/>
          <ac:spMkLst>
            <pc:docMk/>
            <pc:sldMk cId="2822467644" sldId="2147469259"/>
            <ac:spMk id="11" creationId="{81CB81A5-2C6E-0DA8-75BD-67C431E104DB}"/>
          </ac:spMkLst>
        </pc:spChg>
        <pc:spChg chg="mod">
          <ac:chgData name="CHARLES Lucile OBS/COM" userId="297b0a8f-3435-4c0c-b93e-c81b37468b96" providerId="ADAL" clId="{60B1C376-C011-462E-8BD9-AF234CFE32CA}" dt="2026-06-02T07:33:16.412" v="608" actId="20577"/>
          <ac:spMkLst>
            <pc:docMk/>
            <pc:sldMk cId="2822467644" sldId="2147469259"/>
            <ac:spMk id="25" creationId="{0AF437C6-30D0-6241-BA42-450748FB4F06}"/>
          </ac:spMkLst>
        </pc:spChg>
        <pc:spChg chg="mod">
          <ac:chgData name="CHARLES Lucile OBS/COM" userId="297b0a8f-3435-4c0c-b93e-c81b37468b96" providerId="ADAL" clId="{60B1C376-C011-462E-8BD9-AF234CFE32CA}" dt="2026-06-05T13:41:57.183" v="1226" actId="790"/>
          <ac:spMkLst>
            <pc:docMk/>
            <pc:sldMk cId="2822467644" sldId="2147469259"/>
            <ac:spMk id="26" creationId="{5F70B36C-10AE-FD7B-EB78-EE224491B283}"/>
          </ac:spMkLst>
        </pc:spChg>
        <pc:spChg chg="mod">
          <ac:chgData name="CHARLES Lucile OBS/COM" userId="297b0a8f-3435-4c0c-b93e-c81b37468b96" providerId="ADAL" clId="{60B1C376-C011-462E-8BD9-AF234CFE32CA}" dt="2026-06-02T07:33:36.434" v="646" actId="1036"/>
          <ac:spMkLst>
            <pc:docMk/>
            <pc:sldMk cId="2822467644" sldId="2147469259"/>
            <ac:spMk id="28" creationId="{C2C19688-0F84-6D78-3548-8E1463A8A604}"/>
          </ac:spMkLst>
        </pc:spChg>
        <pc:spChg chg="mod">
          <ac:chgData name="CHARLES Lucile OBS/COM" userId="297b0a8f-3435-4c0c-b93e-c81b37468b96" providerId="ADAL" clId="{60B1C376-C011-462E-8BD9-AF234CFE32CA}" dt="2026-06-05T13:41:57.183" v="1226" actId="790"/>
          <ac:spMkLst>
            <pc:docMk/>
            <pc:sldMk cId="2822467644" sldId="2147469259"/>
            <ac:spMk id="31" creationId="{C17826FA-D427-498C-A6EF-A31E40B9A17C}"/>
          </ac:spMkLst>
        </pc:spChg>
        <pc:spChg chg="mod">
          <ac:chgData name="CHARLES Lucile OBS/COM" userId="297b0a8f-3435-4c0c-b93e-c81b37468b96" providerId="ADAL" clId="{60B1C376-C011-462E-8BD9-AF234CFE32CA}" dt="2026-06-05T13:41:57.183" v="1226" actId="790"/>
          <ac:spMkLst>
            <pc:docMk/>
            <pc:sldMk cId="2822467644" sldId="2147469259"/>
            <ac:spMk id="33" creationId="{832E5516-AC06-C4AA-A202-6546E88A8170}"/>
          </ac:spMkLst>
        </pc:spChg>
        <pc:spChg chg="mod">
          <ac:chgData name="CHARLES Lucile OBS/COM" userId="297b0a8f-3435-4c0c-b93e-c81b37468b96" providerId="ADAL" clId="{60B1C376-C011-462E-8BD9-AF234CFE32CA}" dt="2026-06-05T13:41:57.183" v="1226" actId="790"/>
          <ac:spMkLst>
            <pc:docMk/>
            <pc:sldMk cId="2822467644" sldId="2147469259"/>
            <ac:spMk id="34" creationId="{5DC4A49E-0575-9D61-EBBE-69E3229F8F93}"/>
          </ac:spMkLst>
        </pc:spChg>
        <pc:spChg chg="mod">
          <ac:chgData name="CHARLES Lucile OBS/COM" userId="297b0a8f-3435-4c0c-b93e-c81b37468b96" providerId="ADAL" clId="{60B1C376-C011-462E-8BD9-AF234CFE32CA}" dt="2026-06-05T13:41:57.183" v="1226" actId="790"/>
          <ac:spMkLst>
            <pc:docMk/>
            <pc:sldMk cId="2822467644" sldId="2147469259"/>
            <ac:spMk id="35" creationId="{6C391605-655B-6028-AA5F-0A90EAEE27B5}"/>
          </ac:spMkLst>
        </pc:spChg>
        <pc:spChg chg="mod">
          <ac:chgData name="CHARLES Lucile OBS/COM" userId="297b0a8f-3435-4c0c-b93e-c81b37468b96" providerId="ADAL" clId="{60B1C376-C011-462E-8BD9-AF234CFE32CA}" dt="2026-06-05T13:41:57.183" v="1226" actId="790"/>
          <ac:spMkLst>
            <pc:docMk/>
            <pc:sldMk cId="2822467644" sldId="2147469259"/>
            <ac:spMk id="37" creationId="{DBF97019-4E95-6A20-DD7B-6CC1C08CEA11}"/>
          </ac:spMkLst>
        </pc:spChg>
        <pc:spChg chg="mod">
          <ac:chgData name="CHARLES Lucile OBS/COM" userId="297b0a8f-3435-4c0c-b93e-c81b37468b96" providerId="ADAL" clId="{60B1C376-C011-462E-8BD9-AF234CFE32CA}" dt="2026-06-02T12:34:43.173" v="732" actId="207"/>
          <ac:spMkLst>
            <pc:docMk/>
            <pc:sldMk cId="2822467644" sldId="2147469259"/>
            <ac:spMk id="38" creationId="{9D9FD2A7-E86B-925D-351E-52B9CBFD8285}"/>
          </ac:spMkLst>
        </pc:spChg>
        <pc:spChg chg="mod">
          <ac:chgData name="CHARLES Lucile OBS/COM" userId="297b0a8f-3435-4c0c-b93e-c81b37468b96" providerId="ADAL" clId="{60B1C376-C011-462E-8BD9-AF234CFE32CA}" dt="2026-06-05T13:41:57.183" v="1226" actId="790"/>
          <ac:spMkLst>
            <pc:docMk/>
            <pc:sldMk cId="2822467644" sldId="2147469259"/>
            <ac:spMk id="39" creationId="{0ED99B16-8375-2CB1-11AF-C23A86A73B28}"/>
          </ac:spMkLst>
        </pc:spChg>
        <pc:picChg chg="mod">
          <ac:chgData name="CHARLES Lucile OBS/COM" userId="297b0a8f-3435-4c0c-b93e-c81b37468b96" providerId="ADAL" clId="{60B1C376-C011-462E-8BD9-AF234CFE32CA}" dt="2026-06-02T07:33:28.004" v="610" actId="1076"/>
          <ac:picMkLst>
            <pc:docMk/>
            <pc:sldMk cId="2822467644" sldId="2147469259"/>
            <ac:picMk id="42" creationId="{99EC5D56-04DF-20D6-6B08-0B7A615D0423}"/>
          </ac:picMkLst>
        </pc:picChg>
        <pc:picChg chg="mod">
          <ac:chgData name="CHARLES Lucile OBS/COM" userId="297b0a8f-3435-4c0c-b93e-c81b37468b96" providerId="ADAL" clId="{60B1C376-C011-462E-8BD9-AF234CFE32CA}" dt="2026-05-29T08:24:15.850" v="40" actId="1076"/>
          <ac:picMkLst>
            <pc:docMk/>
            <pc:sldMk cId="2822467644" sldId="2147469259"/>
            <ac:picMk id="44" creationId="{872EE2B2-DC6D-FC58-1490-B9863F6266FF}"/>
          </ac:picMkLst>
        </pc:picChg>
        <pc:picChg chg="mod">
          <ac:chgData name="CHARLES Lucile OBS/COM" userId="297b0a8f-3435-4c0c-b93e-c81b37468b96" providerId="ADAL" clId="{60B1C376-C011-462E-8BD9-AF234CFE32CA}" dt="2026-05-29T08:24:15.112" v="39" actId="1076"/>
          <ac:picMkLst>
            <pc:docMk/>
            <pc:sldMk cId="2822467644" sldId="2147469259"/>
            <ac:picMk id="47" creationId="{9170D079-A845-2D5E-575B-E56CA2FF07DB}"/>
          </ac:picMkLst>
        </pc:picChg>
        <pc:picChg chg="mod">
          <ac:chgData name="CHARLES Lucile OBS/COM" userId="297b0a8f-3435-4c0c-b93e-c81b37468b96" providerId="ADAL" clId="{60B1C376-C011-462E-8BD9-AF234CFE32CA}" dt="2026-06-02T07:33:28.004" v="610" actId="1076"/>
          <ac:picMkLst>
            <pc:docMk/>
            <pc:sldMk cId="2822467644" sldId="2147469259"/>
            <ac:picMk id="51" creationId="{7A2055DC-905D-4E19-4C61-85D9FD74C215}"/>
          </ac:picMkLst>
        </pc:picChg>
      </pc:sldChg>
      <pc:sldChg chg="modSp mod">
        <pc:chgData name="CHARLES Lucile OBS/COM" userId="297b0a8f-3435-4c0c-b93e-c81b37468b96" providerId="ADAL" clId="{60B1C376-C011-462E-8BD9-AF234CFE32CA}" dt="2026-06-05T13:41:57.183" v="1226" actId="790"/>
        <pc:sldMkLst>
          <pc:docMk/>
          <pc:sldMk cId="1653714046" sldId="2147469260"/>
        </pc:sldMkLst>
        <pc:spChg chg="mod">
          <ac:chgData name="CHARLES Lucile OBS/COM" userId="297b0a8f-3435-4c0c-b93e-c81b37468b96" providerId="ADAL" clId="{60B1C376-C011-462E-8BD9-AF234CFE32CA}" dt="2026-06-05T13:41:57.183" v="1226" actId="790"/>
          <ac:spMkLst>
            <pc:docMk/>
            <pc:sldMk cId="1653714046" sldId="2147469260"/>
            <ac:spMk id="3" creationId="{0A2D578D-22F7-87E2-1AD3-79C922A233C9}"/>
          </ac:spMkLst>
        </pc:spChg>
        <pc:spChg chg="mod">
          <ac:chgData name="CHARLES Lucile OBS/COM" userId="297b0a8f-3435-4c0c-b93e-c81b37468b96" providerId="ADAL" clId="{60B1C376-C011-462E-8BD9-AF234CFE32CA}" dt="2026-06-05T13:41:57.183" v="1226" actId="790"/>
          <ac:spMkLst>
            <pc:docMk/>
            <pc:sldMk cId="1653714046" sldId="2147469260"/>
            <ac:spMk id="7" creationId="{52DE47B1-6419-24A5-BB83-515B9BA0F49F}"/>
          </ac:spMkLst>
        </pc:spChg>
      </pc:sldChg>
      <pc:sldChg chg="modSp mod">
        <pc:chgData name="CHARLES Lucile OBS/COM" userId="297b0a8f-3435-4c0c-b93e-c81b37468b96" providerId="ADAL" clId="{60B1C376-C011-462E-8BD9-AF234CFE32CA}" dt="2026-06-05T13:41:57.183" v="1226" actId="790"/>
        <pc:sldMkLst>
          <pc:docMk/>
          <pc:sldMk cId="3156444628" sldId="2147469261"/>
        </pc:sldMkLst>
        <pc:spChg chg="mod">
          <ac:chgData name="CHARLES Lucile OBS/COM" userId="297b0a8f-3435-4c0c-b93e-c81b37468b96" providerId="ADAL" clId="{60B1C376-C011-462E-8BD9-AF234CFE32CA}" dt="2026-06-05T13:41:57.183" v="1226" actId="790"/>
          <ac:spMkLst>
            <pc:docMk/>
            <pc:sldMk cId="3156444628" sldId="2147469261"/>
            <ac:spMk id="5" creationId="{8DB03CE6-CA2C-995C-0E48-C25BE1251D54}"/>
          </ac:spMkLst>
        </pc:spChg>
        <pc:spChg chg="mod">
          <ac:chgData name="CHARLES Lucile OBS/COM" userId="297b0a8f-3435-4c0c-b93e-c81b37468b96" providerId="ADAL" clId="{60B1C376-C011-462E-8BD9-AF234CFE32CA}" dt="2026-06-05T13:41:57.183" v="1226" actId="790"/>
          <ac:spMkLst>
            <pc:docMk/>
            <pc:sldMk cId="3156444628" sldId="2147469261"/>
            <ac:spMk id="6" creationId="{9F391D88-5510-1CF7-B49B-7D0961C1316A}"/>
          </ac:spMkLst>
        </pc:spChg>
        <pc:spChg chg="mod">
          <ac:chgData name="CHARLES Lucile OBS/COM" userId="297b0a8f-3435-4c0c-b93e-c81b37468b96" providerId="ADAL" clId="{60B1C376-C011-462E-8BD9-AF234CFE32CA}" dt="2026-06-05T13:41:57.183" v="1226" actId="790"/>
          <ac:spMkLst>
            <pc:docMk/>
            <pc:sldMk cId="3156444628" sldId="2147469261"/>
            <ac:spMk id="9" creationId="{92D51D7C-7CCC-2300-5BAB-D6B8C39DB873}"/>
          </ac:spMkLst>
        </pc:spChg>
      </pc:sldChg>
      <pc:sldChg chg="modSp mod">
        <pc:chgData name="CHARLES Lucile OBS/COM" userId="297b0a8f-3435-4c0c-b93e-c81b37468b96" providerId="ADAL" clId="{60B1C376-C011-462E-8BD9-AF234CFE32CA}" dt="2026-06-05T13:41:57.183" v="1226" actId="790"/>
        <pc:sldMkLst>
          <pc:docMk/>
          <pc:sldMk cId="1728121974" sldId="2147472501"/>
        </pc:sldMkLst>
        <pc:spChg chg="mod">
          <ac:chgData name="CHARLES Lucile OBS/COM" userId="297b0a8f-3435-4c0c-b93e-c81b37468b96" providerId="ADAL" clId="{60B1C376-C011-462E-8BD9-AF234CFE32CA}" dt="2026-06-05T13:41:57.183" v="1226" actId="790"/>
          <ac:spMkLst>
            <pc:docMk/>
            <pc:sldMk cId="1728121974" sldId="2147472501"/>
            <ac:spMk id="22" creationId="{A9E65B8B-2F65-E1DB-2A5C-5E570325FB0F}"/>
          </ac:spMkLst>
        </pc:spChg>
        <pc:spChg chg="mod">
          <ac:chgData name="CHARLES Lucile OBS/COM" userId="297b0a8f-3435-4c0c-b93e-c81b37468b96" providerId="ADAL" clId="{60B1C376-C011-462E-8BD9-AF234CFE32CA}" dt="2026-06-01T09:15:51.490" v="303" actId="403"/>
          <ac:spMkLst>
            <pc:docMk/>
            <pc:sldMk cId="1728121974" sldId="2147472501"/>
            <ac:spMk id="24" creationId="{DB34DA7A-34E3-5440-9019-C0C25522F03D}"/>
          </ac:spMkLst>
        </pc:spChg>
        <pc:spChg chg="mod">
          <ac:chgData name="CHARLES Lucile OBS/COM" userId="297b0a8f-3435-4c0c-b93e-c81b37468b96" providerId="ADAL" clId="{60B1C376-C011-462E-8BD9-AF234CFE32CA}" dt="2026-06-05T13:41:57.183" v="1226" actId="790"/>
          <ac:spMkLst>
            <pc:docMk/>
            <pc:sldMk cId="1728121974" sldId="2147472501"/>
            <ac:spMk id="25" creationId="{07FB7FC4-379C-D155-C468-D8DDA4951C86}"/>
          </ac:spMkLst>
        </pc:spChg>
        <pc:spChg chg="mod">
          <ac:chgData name="CHARLES Lucile OBS/COM" userId="297b0a8f-3435-4c0c-b93e-c81b37468b96" providerId="ADAL" clId="{60B1C376-C011-462E-8BD9-AF234CFE32CA}" dt="2026-06-05T13:41:57.183" v="1226" actId="790"/>
          <ac:spMkLst>
            <pc:docMk/>
            <pc:sldMk cId="1728121974" sldId="2147472501"/>
            <ac:spMk id="27" creationId="{175A64B3-6519-36DC-8C46-2BDB5FBD3DCF}"/>
          </ac:spMkLst>
        </pc:spChg>
        <pc:spChg chg="mod">
          <ac:chgData name="CHARLES Lucile OBS/COM" userId="297b0a8f-3435-4c0c-b93e-c81b37468b96" providerId="ADAL" clId="{60B1C376-C011-462E-8BD9-AF234CFE32CA}" dt="2026-06-01T09:15:58.781" v="309" actId="403"/>
          <ac:spMkLst>
            <pc:docMk/>
            <pc:sldMk cId="1728121974" sldId="2147472501"/>
            <ac:spMk id="28" creationId="{3F2ECE10-4D47-58D2-2AAC-7E052607517F}"/>
          </ac:spMkLst>
        </pc:spChg>
        <pc:spChg chg="mod">
          <ac:chgData name="CHARLES Lucile OBS/COM" userId="297b0a8f-3435-4c0c-b93e-c81b37468b96" providerId="ADAL" clId="{60B1C376-C011-462E-8BD9-AF234CFE32CA}" dt="2026-06-01T09:16:02.292" v="312" actId="403"/>
          <ac:spMkLst>
            <pc:docMk/>
            <pc:sldMk cId="1728121974" sldId="2147472501"/>
            <ac:spMk id="29" creationId="{3F3E0FD1-4914-EAF6-C32B-583B3E95A36C}"/>
          </ac:spMkLst>
        </pc:spChg>
        <pc:spChg chg="mod">
          <ac:chgData name="CHARLES Lucile OBS/COM" userId="297b0a8f-3435-4c0c-b93e-c81b37468b96" providerId="ADAL" clId="{60B1C376-C011-462E-8BD9-AF234CFE32CA}" dt="2026-06-05T13:41:57.183" v="1226" actId="790"/>
          <ac:spMkLst>
            <pc:docMk/>
            <pc:sldMk cId="1728121974" sldId="2147472501"/>
            <ac:spMk id="31" creationId="{8D19EDC7-495A-1916-D62B-614E57A9F25C}"/>
          </ac:spMkLst>
        </pc:spChg>
        <pc:spChg chg="mod">
          <ac:chgData name="CHARLES Lucile OBS/COM" userId="297b0a8f-3435-4c0c-b93e-c81b37468b96" providerId="ADAL" clId="{60B1C376-C011-462E-8BD9-AF234CFE32CA}" dt="2026-06-02T12:37:31.902" v="742" actId="948"/>
          <ac:spMkLst>
            <pc:docMk/>
            <pc:sldMk cId="1728121974" sldId="2147472501"/>
            <ac:spMk id="36" creationId="{3CC3CFC9-527B-719E-613D-183EB5C2C4E4}"/>
          </ac:spMkLst>
        </pc:spChg>
        <pc:spChg chg="mod">
          <ac:chgData name="CHARLES Lucile OBS/COM" userId="297b0a8f-3435-4c0c-b93e-c81b37468b96" providerId="ADAL" clId="{60B1C376-C011-462E-8BD9-AF234CFE32CA}" dt="2026-06-05T13:41:57.183" v="1226" actId="790"/>
          <ac:spMkLst>
            <pc:docMk/>
            <pc:sldMk cId="1728121974" sldId="2147472501"/>
            <ac:spMk id="42" creationId="{3C4D8108-3A19-DCC3-8923-E744EB2D2440}"/>
          </ac:spMkLst>
        </pc:spChg>
        <pc:spChg chg="mod">
          <ac:chgData name="CHARLES Lucile OBS/COM" userId="297b0a8f-3435-4c0c-b93e-c81b37468b96" providerId="ADAL" clId="{60B1C376-C011-462E-8BD9-AF234CFE32CA}" dt="2026-06-05T13:41:57.183" v="1226" actId="790"/>
          <ac:spMkLst>
            <pc:docMk/>
            <pc:sldMk cId="1728121974" sldId="2147472501"/>
            <ac:spMk id="78" creationId="{E96712F0-EB34-ED03-ECB4-B6925CF869C3}"/>
          </ac:spMkLst>
        </pc:spChg>
        <pc:spChg chg="mod">
          <ac:chgData name="CHARLES Lucile OBS/COM" userId="297b0a8f-3435-4c0c-b93e-c81b37468b96" providerId="ADAL" clId="{60B1C376-C011-462E-8BD9-AF234CFE32CA}" dt="2026-06-05T13:41:57.183" v="1226" actId="790"/>
          <ac:spMkLst>
            <pc:docMk/>
            <pc:sldMk cId="1728121974" sldId="2147472501"/>
            <ac:spMk id="81" creationId="{A15B86C3-43AC-1005-1407-1B592EB712A0}"/>
          </ac:spMkLst>
        </pc:spChg>
        <pc:spChg chg="mod">
          <ac:chgData name="CHARLES Lucile OBS/COM" userId="297b0a8f-3435-4c0c-b93e-c81b37468b96" providerId="ADAL" clId="{60B1C376-C011-462E-8BD9-AF234CFE32CA}" dt="2026-06-05T13:41:57.183" v="1226" actId="790"/>
          <ac:spMkLst>
            <pc:docMk/>
            <pc:sldMk cId="1728121974" sldId="2147472501"/>
            <ac:spMk id="168" creationId="{EDDBCE9B-1D2A-547F-3D2F-B75D3A75FFB0}"/>
          </ac:spMkLst>
        </pc:spChg>
        <pc:spChg chg="mod">
          <ac:chgData name="CHARLES Lucile OBS/COM" userId="297b0a8f-3435-4c0c-b93e-c81b37468b96" providerId="ADAL" clId="{60B1C376-C011-462E-8BD9-AF234CFE32CA}" dt="2026-06-05T13:41:57.183" v="1226" actId="790"/>
          <ac:spMkLst>
            <pc:docMk/>
            <pc:sldMk cId="1728121974" sldId="2147472501"/>
            <ac:spMk id="170" creationId="{4043F0F4-D246-F9E7-680A-1333F7422E12}"/>
          </ac:spMkLst>
        </pc:spChg>
        <pc:spChg chg="mod">
          <ac:chgData name="CHARLES Lucile OBS/COM" userId="297b0a8f-3435-4c0c-b93e-c81b37468b96" providerId="ADAL" clId="{60B1C376-C011-462E-8BD9-AF234CFE32CA}" dt="2026-06-05T13:41:57.183" v="1226" actId="790"/>
          <ac:spMkLst>
            <pc:docMk/>
            <pc:sldMk cId="1728121974" sldId="2147472501"/>
            <ac:spMk id="192" creationId="{A42F074E-85B8-E0A7-C585-E68D3FA20411}"/>
          </ac:spMkLst>
        </pc:spChg>
      </pc:sldChg>
      <pc:sldChg chg="modSp mod">
        <pc:chgData name="CHARLES Lucile OBS/COM" userId="297b0a8f-3435-4c0c-b93e-c81b37468b96" providerId="ADAL" clId="{60B1C376-C011-462E-8BD9-AF234CFE32CA}" dt="2026-06-05T13:41:57.183" v="1226" actId="790"/>
        <pc:sldMkLst>
          <pc:docMk/>
          <pc:sldMk cId="1298977301" sldId="2147472502"/>
        </pc:sldMkLst>
        <pc:spChg chg="mod">
          <ac:chgData name="CHARLES Lucile OBS/COM" userId="297b0a8f-3435-4c0c-b93e-c81b37468b96" providerId="ADAL" clId="{60B1C376-C011-462E-8BD9-AF234CFE32CA}" dt="2026-06-05T13:41:57.183" v="1226" actId="790"/>
          <ac:spMkLst>
            <pc:docMk/>
            <pc:sldMk cId="1298977301" sldId="2147472502"/>
            <ac:spMk id="2" creationId="{6943738D-9055-47C7-23AF-ECE303FFE120}"/>
          </ac:spMkLst>
        </pc:spChg>
        <pc:spChg chg="mod">
          <ac:chgData name="CHARLES Lucile OBS/COM" userId="297b0a8f-3435-4c0c-b93e-c81b37468b96" providerId="ADAL" clId="{60B1C376-C011-462E-8BD9-AF234CFE32CA}" dt="2026-06-05T13:41:57.183" v="1226" actId="790"/>
          <ac:spMkLst>
            <pc:docMk/>
            <pc:sldMk cId="1298977301" sldId="2147472502"/>
            <ac:spMk id="4" creationId="{97F106C1-9678-2411-E3E7-A65CCF836EDF}"/>
          </ac:spMkLst>
        </pc:spChg>
        <pc:spChg chg="mod">
          <ac:chgData name="CHARLES Lucile OBS/COM" userId="297b0a8f-3435-4c0c-b93e-c81b37468b96" providerId="ADAL" clId="{60B1C376-C011-462E-8BD9-AF234CFE32CA}" dt="2026-06-05T13:41:57.183" v="1226" actId="790"/>
          <ac:spMkLst>
            <pc:docMk/>
            <pc:sldMk cId="1298977301" sldId="2147472502"/>
            <ac:spMk id="5" creationId="{70D80BB9-1CEA-F297-5412-49C6A10771F5}"/>
          </ac:spMkLst>
        </pc:spChg>
        <pc:spChg chg="mod">
          <ac:chgData name="CHARLES Lucile OBS/COM" userId="297b0a8f-3435-4c0c-b93e-c81b37468b96" providerId="ADAL" clId="{60B1C376-C011-462E-8BD9-AF234CFE32CA}" dt="2026-06-05T13:41:57.183" v="1226" actId="790"/>
          <ac:spMkLst>
            <pc:docMk/>
            <pc:sldMk cId="1298977301" sldId="2147472502"/>
            <ac:spMk id="6" creationId="{203677C3-2F8B-4F0C-0111-2CCE321CF50B}"/>
          </ac:spMkLst>
        </pc:spChg>
        <pc:spChg chg="mod">
          <ac:chgData name="CHARLES Lucile OBS/COM" userId="297b0a8f-3435-4c0c-b93e-c81b37468b96" providerId="ADAL" clId="{60B1C376-C011-462E-8BD9-AF234CFE32CA}" dt="2026-06-05T13:41:57.183" v="1226" actId="790"/>
          <ac:spMkLst>
            <pc:docMk/>
            <pc:sldMk cId="1298977301" sldId="2147472502"/>
            <ac:spMk id="7" creationId="{C3741D37-9CA8-CE9F-5767-F138539A1590}"/>
          </ac:spMkLst>
        </pc:spChg>
        <pc:spChg chg="mod">
          <ac:chgData name="CHARLES Lucile OBS/COM" userId="297b0a8f-3435-4c0c-b93e-c81b37468b96" providerId="ADAL" clId="{60B1C376-C011-462E-8BD9-AF234CFE32CA}" dt="2026-06-05T13:41:57.183" v="1226" actId="790"/>
          <ac:spMkLst>
            <pc:docMk/>
            <pc:sldMk cId="1298977301" sldId="2147472502"/>
            <ac:spMk id="8" creationId="{8FA3623F-054D-D1E5-344F-26DBDC973DC2}"/>
          </ac:spMkLst>
        </pc:spChg>
        <pc:spChg chg="mod">
          <ac:chgData name="CHARLES Lucile OBS/COM" userId="297b0a8f-3435-4c0c-b93e-c81b37468b96" providerId="ADAL" clId="{60B1C376-C011-462E-8BD9-AF234CFE32CA}" dt="2026-06-05T13:41:57.183" v="1226" actId="790"/>
          <ac:spMkLst>
            <pc:docMk/>
            <pc:sldMk cId="1298977301" sldId="2147472502"/>
            <ac:spMk id="9" creationId="{61C7E054-AD0B-F46A-B547-EF6FE12E94C9}"/>
          </ac:spMkLst>
        </pc:spChg>
        <pc:picChg chg="mod">
          <ac:chgData name="CHARLES Lucile OBS/COM" userId="297b0a8f-3435-4c0c-b93e-c81b37468b96" providerId="ADAL" clId="{60B1C376-C011-462E-8BD9-AF234CFE32CA}" dt="2026-05-29T12:20:40.396" v="92" actId="1076"/>
          <ac:picMkLst>
            <pc:docMk/>
            <pc:sldMk cId="1298977301" sldId="2147472502"/>
            <ac:picMk id="13" creationId="{AB106204-6B74-E042-EC43-8598D759FC87}"/>
          </ac:picMkLst>
        </pc:picChg>
        <pc:picChg chg="mod">
          <ac:chgData name="CHARLES Lucile OBS/COM" userId="297b0a8f-3435-4c0c-b93e-c81b37468b96" providerId="ADAL" clId="{60B1C376-C011-462E-8BD9-AF234CFE32CA}" dt="2026-05-29T12:20:55.980" v="96" actId="1076"/>
          <ac:picMkLst>
            <pc:docMk/>
            <pc:sldMk cId="1298977301" sldId="2147472502"/>
            <ac:picMk id="14" creationId="{5A20C83B-224F-7465-95C7-DDE9D94F46DD}"/>
          </ac:picMkLst>
        </pc:picChg>
        <pc:picChg chg="mod">
          <ac:chgData name="CHARLES Lucile OBS/COM" userId="297b0a8f-3435-4c0c-b93e-c81b37468b96" providerId="ADAL" clId="{60B1C376-C011-462E-8BD9-AF234CFE32CA}" dt="2026-05-29T12:21:46.970" v="137" actId="1076"/>
          <ac:picMkLst>
            <pc:docMk/>
            <pc:sldMk cId="1298977301" sldId="2147472502"/>
            <ac:picMk id="15" creationId="{4630475C-3926-103F-B090-6CF4634E931A}"/>
          </ac:picMkLst>
        </pc:picChg>
      </pc:sldChg>
    </pc:docChg>
  </pc:docChgLst>
  <pc:docChgLst>
    <pc:chgData name="ESQUIROL Emmanuelle OBS/COM" userId="f2faf014-bb83-46c4-a1de-f8ad4109fd1b" providerId="ADAL" clId="{049E0ADE-B31F-4E1C-BB15-B46A395DC5E7}"/>
    <pc:docChg chg="custSel modSld">
      <pc:chgData name="ESQUIROL Emmanuelle OBS/COM" userId="f2faf014-bb83-46c4-a1de-f8ad4109fd1b" providerId="ADAL" clId="{049E0ADE-B31F-4E1C-BB15-B46A395DC5E7}" dt="2026-06-02T16:11:06.620" v="392" actId="14100"/>
      <pc:docMkLst>
        <pc:docMk/>
      </pc:docMkLst>
      <pc:sldChg chg="modSp mod">
        <pc:chgData name="ESQUIROL Emmanuelle OBS/COM" userId="f2faf014-bb83-46c4-a1de-f8ad4109fd1b" providerId="ADAL" clId="{049E0ADE-B31F-4E1C-BB15-B46A395DC5E7}" dt="2026-06-02T15:56:09.359" v="198" actId="948"/>
        <pc:sldMkLst>
          <pc:docMk/>
          <pc:sldMk cId="2190393815" sldId="336"/>
        </pc:sldMkLst>
        <pc:spChg chg="mod">
          <ac:chgData name="ESQUIROL Emmanuelle OBS/COM" userId="f2faf014-bb83-46c4-a1de-f8ad4109fd1b" providerId="ADAL" clId="{049E0ADE-B31F-4E1C-BB15-B46A395DC5E7}" dt="2026-06-02T15:56:09.359" v="198" actId="948"/>
          <ac:spMkLst>
            <pc:docMk/>
            <pc:sldMk cId="2190393815" sldId="336"/>
            <ac:spMk id="2" creationId="{349352D4-FBBE-F66D-892D-215893256224}"/>
          </ac:spMkLst>
        </pc:spChg>
      </pc:sldChg>
      <pc:sldChg chg="modSp mod">
        <pc:chgData name="ESQUIROL Emmanuelle OBS/COM" userId="f2faf014-bb83-46c4-a1de-f8ad4109fd1b" providerId="ADAL" clId="{049E0ADE-B31F-4E1C-BB15-B46A395DC5E7}" dt="2026-06-02T15:56:25.748" v="199" actId="948"/>
        <pc:sldMkLst>
          <pc:docMk/>
          <pc:sldMk cId="2810331720" sldId="340"/>
        </pc:sldMkLst>
        <pc:spChg chg="mod">
          <ac:chgData name="ESQUIROL Emmanuelle OBS/COM" userId="f2faf014-bb83-46c4-a1de-f8ad4109fd1b" providerId="ADAL" clId="{049E0ADE-B31F-4E1C-BB15-B46A395DC5E7}" dt="2026-06-02T15:56:25.748" v="199" actId="948"/>
          <ac:spMkLst>
            <pc:docMk/>
            <pc:sldMk cId="2810331720" sldId="340"/>
            <ac:spMk id="3" creationId="{14114910-B0E2-E504-9073-D22294F8981A}"/>
          </ac:spMkLst>
        </pc:spChg>
      </pc:sldChg>
      <pc:sldChg chg="modSp mod">
        <pc:chgData name="ESQUIROL Emmanuelle OBS/COM" userId="f2faf014-bb83-46c4-a1de-f8ad4109fd1b" providerId="ADAL" clId="{049E0ADE-B31F-4E1C-BB15-B46A395DC5E7}" dt="2026-06-01T07:37:13.310" v="2" actId="948"/>
        <pc:sldMkLst>
          <pc:docMk/>
          <pc:sldMk cId="275237862" sldId="341"/>
        </pc:sldMkLst>
        <pc:spChg chg="mod">
          <ac:chgData name="ESQUIROL Emmanuelle OBS/COM" userId="f2faf014-bb83-46c4-a1de-f8ad4109fd1b" providerId="ADAL" clId="{049E0ADE-B31F-4E1C-BB15-B46A395DC5E7}" dt="2026-06-01T07:37:13.310" v="2" actId="948"/>
          <ac:spMkLst>
            <pc:docMk/>
            <pc:sldMk cId="275237862" sldId="341"/>
            <ac:spMk id="2" creationId="{C6C27D62-9B61-1EFE-BC14-670D709FE7B5}"/>
          </ac:spMkLst>
        </pc:spChg>
      </pc:sldChg>
      <pc:sldChg chg="modSp mod">
        <pc:chgData name="ESQUIROL Emmanuelle OBS/COM" userId="f2faf014-bb83-46c4-a1de-f8ad4109fd1b" providerId="ADAL" clId="{049E0ADE-B31F-4E1C-BB15-B46A395DC5E7}" dt="2026-06-01T07:39:16.593" v="31" actId="1035"/>
        <pc:sldMkLst>
          <pc:docMk/>
          <pc:sldMk cId="4145402860" sldId="342"/>
        </pc:sldMkLst>
        <pc:spChg chg="mod">
          <ac:chgData name="ESQUIROL Emmanuelle OBS/COM" userId="f2faf014-bb83-46c4-a1de-f8ad4109fd1b" providerId="ADAL" clId="{049E0ADE-B31F-4E1C-BB15-B46A395DC5E7}" dt="2026-06-01T07:39:16.593" v="31" actId="1035"/>
          <ac:spMkLst>
            <pc:docMk/>
            <pc:sldMk cId="4145402860" sldId="342"/>
            <ac:spMk id="4" creationId="{291E12C1-90A3-5C64-B99E-F4A53C997E75}"/>
          </ac:spMkLst>
        </pc:spChg>
        <pc:spChg chg="mod">
          <ac:chgData name="ESQUIROL Emmanuelle OBS/COM" userId="f2faf014-bb83-46c4-a1de-f8ad4109fd1b" providerId="ADAL" clId="{049E0ADE-B31F-4E1C-BB15-B46A395DC5E7}" dt="2026-06-01T07:38:51.476" v="20" actId="207"/>
          <ac:spMkLst>
            <pc:docMk/>
            <pc:sldMk cId="4145402860" sldId="342"/>
            <ac:spMk id="21" creationId="{43B7154E-0328-3492-5986-A4C6387C0430}"/>
          </ac:spMkLst>
        </pc:spChg>
        <pc:spChg chg="mod">
          <ac:chgData name="ESQUIROL Emmanuelle OBS/COM" userId="f2faf014-bb83-46c4-a1de-f8ad4109fd1b" providerId="ADAL" clId="{049E0ADE-B31F-4E1C-BB15-B46A395DC5E7}" dt="2026-06-01T07:38:55.286" v="21" actId="207"/>
          <ac:spMkLst>
            <pc:docMk/>
            <pc:sldMk cId="4145402860" sldId="342"/>
            <ac:spMk id="23" creationId="{841DFE33-E0EF-BED8-82C8-E205CDBF948D}"/>
          </ac:spMkLst>
        </pc:spChg>
        <pc:spChg chg="mod">
          <ac:chgData name="ESQUIROL Emmanuelle OBS/COM" userId="f2faf014-bb83-46c4-a1de-f8ad4109fd1b" providerId="ADAL" clId="{049E0ADE-B31F-4E1C-BB15-B46A395DC5E7}" dt="2026-06-01T07:39:00.221" v="22" actId="207"/>
          <ac:spMkLst>
            <pc:docMk/>
            <pc:sldMk cId="4145402860" sldId="342"/>
            <ac:spMk id="25" creationId="{BA1D2F1E-3BF5-8C29-9365-F61E253C01D9}"/>
          </ac:spMkLst>
        </pc:spChg>
      </pc:sldChg>
      <pc:sldChg chg="modSp mod">
        <pc:chgData name="ESQUIROL Emmanuelle OBS/COM" userId="f2faf014-bb83-46c4-a1de-f8ad4109fd1b" providerId="ADAL" clId="{049E0ADE-B31F-4E1C-BB15-B46A395DC5E7}" dt="2026-06-01T07:40:58.122" v="35" actId="948"/>
        <pc:sldMkLst>
          <pc:docMk/>
          <pc:sldMk cId="1185362687" sldId="343"/>
        </pc:sldMkLst>
        <pc:spChg chg="mod">
          <ac:chgData name="ESQUIROL Emmanuelle OBS/COM" userId="f2faf014-bb83-46c4-a1de-f8ad4109fd1b" providerId="ADAL" clId="{049E0ADE-B31F-4E1C-BB15-B46A395DC5E7}" dt="2026-06-01T07:40:58.122" v="35" actId="948"/>
          <ac:spMkLst>
            <pc:docMk/>
            <pc:sldMk cId="1185362687" sldId="343"/>
            <ac:spMk id="2" creationId="{C5F2CFC7-D9D9-35FF-C0D2-D009E9CB59C6}"/>
          </ac:spMkLst>
        </pc:spChg>
      </pc:sldChg>
      <pc:sldChg chg="modSp mod">
        <pc:chgData name="ESQUIROL Emmanuelle OBS/COM" userId="f2faf014-bb83-46c4-a1de-f8ad4109fd1b" providerId="ADAL" clId="{049E0ADE-B31F-4E1C-BB15-B46A395DC5E7}" dt="2026-06-02T15:58:16.297" v="217" actId="948"/>
        <pc:sldMkLst>
          <pc:docMk/>
          <pc:sldMk cId="2403861698" sldId="344"/>
        </pc:sldMkLst>
        <pc:spChg chg="mod">
          <ac:chgData name="ESQUIROL Emmanuelle OBS/COM" userId="f2faf014-bb83-46c4-a1de-f8ad4109fd1b" providerId="ADAL" clId="{049E0ADE-B31F-4E1C-BB15-B46A395DC5E7}" dt="2026-06-02T15:58:16.297" v="217" actId="948"/>
          <ac:spMkLst>
            <pc:docMk/>
            <pc:sldMk cId="2403861698" sldId="344"/>
            <ac:spMk id="12" creationId="{1C40795F-7BF8-B6D6-641B-B3A34DA3D8F0}"/>
          </ac:spMkLst>
        </pc:spChg>
        <pc:spChg chg="mod">
          <ac:chgData name="ESQUIROL Emmanuelle OBS/COM" userId="f2faf014-bb83-46c4-a1de-f8ad4109fd1b" providerId="ADAL" clId="{049E0ADE-B31F-4E1C-BB15-B46A395DC5E7}" dt="2026-06-02T15:58:16.297" v="217" actId="948"/>
          <ac:spMkLst>
            <pc:docMk/>
            <pc:sldMk cId="2403861698" sldId="344"/>
            <ac:spMk id="23" creationId="{E8CBEBA2-E9BA-FA85-76C1-3918F7D1E5DB}"/>
          </ac:spMkLst>
        </pc:spChg>
        <pc:spChg chg="mod">
          <ac:chgData name="ESQUIROL Emmanuelle OBS/COM" userId="f2faf014-bb83-46c4-a1de-f8ad4109fd1b" providerId="ADAL" clId="{049E0ADE-B31F-4E1C-BB15-B46A395DC5E7}" dt="2026-06-02T15:58:16.297" v="217" actId="948"/>
          <ac:spMkLst>
            <pc:docMk/>
            <pc:sldMk cId="2403861698" sldId="344"/>
            <ac:spMk id="25" creationId="{9DF1B4AE-C3EA-C847-9ADF-12B39CF5E974}"/>
          </ac:spMkLst>
        </pc:spChg>
        <pc:spChg chg="mod">
          <ac:chgData name="ESQUIROL Emmanuelle OBS/COM" userId="f2faf014-bb83-46c4-a1de-f8ad4109fd1b" providerId="ADAL" clId="{049E0ADE-B31F-4E1C-BB15-B46A395DC5E7}" dt="2026-06-02T15:58:16.297" v="217" actId="948"/>
          <ac:spMkLst>
            <pc:docMk/>
            <pc:sldMk cId="2403861698" sldId="344"/>
            <ac:spMk id="26" creationId="{89CFA528-BA13-3A02-AA73-C5967489D712}"/>
          </ac:spMkLst>
        </pc:spChg>
        <pc:spChg chg="mod">
          <ac:chgData name="ESQUIROL Emmanuelle OBS/COM" userId="f2faf014-bb83-46c4-a1de-f8ad4109fd1b" providerId="ADAL" clId="{049E0ADE-B31F-4E1C-BB15-B46A395DC5E7}" dt="2026-06-02T15:58:16.297" v="217" actId="948"/>
          <ac:spMkLst>
            <pc:docMk/>
            <pc:sldMk cId="2403861698" sldId="344"/>
            <ac:spMk id="31" creationId="{562DF9A1-A983-4396-3306-BC13C1522567}"/>
          </ac:spMkLst>
        </pc:spChg>
        <pc:spChg chg="mod">
          <ac:chgData name="ESQUIROL Emmanuelle OBS/COM" userId="f2faf014-bb83-46c4-a1de-f8ad4109fd1b" providerId="ADAL" clId="{049E0ADE-B31F-4E1C-BB15-B46A395DC5E7}" dt="2026-06-02T15:58:16.297" v="217" actId="948"/>
          <ac:spMkLst>
            <pc:docMk/>
            <pc:sldMk cId="2403861698" sldId="344"/>
            <ac:spMk id="33" creationId="{9147D98D-AB6E-F1EA-1DA5-47F8D769AE1C}"/>
          </ac:spMkLst>
        </pc:spChg>
      </pc:sldChg>
      <pc:sldChg chg="modSp mod">
        <pc:chgData name="ESQUIROL Emmanuelle OBS/COM" userId="f2faf014-bb83-46c4-a1de-f8ad4109fd1b" providerId="ADAL" clId="{049E0ADE-B31F-4E1C-BB15-B46A395DC5E7}" dt="2026-06-01T07:40:34.839" v="34" actId="14100"/>
        <pc:sldMkLst>
          <pc:docMk/>
          <pc:sldMk cId="2144975037" sldId="345"/>
        </pc:sldMkLst>
        <pc:spChg chg="mod">
          <ac:chgData name="ESQUIROL Emmanuelle OBS/COM" userId="f2faf014-bb83-46c4-a1de-f8ad4109fd1b" providerId="ADAL" clId="{049E0ADE-B31F-4E1C-BB15-B46A395DC5E7}" dt="2026-06-01T07:40:34.839" v="34" actId="14100"/>
          <ac:spMkLst>
            <pc:docMk/>
            <pc:sldMk cId="2144975037" sldId="345"/>
            <ac:spMk id="2" creationId="{5DBB5424-C918-2676-FD0A-B8564D42A6B9}"/>
          </ac:spMkLst>
        </pc:spChg>
      </pc:sldChg>
      <pc:sldChg chg="addSp delSp modSp mod">
        <pc:chgData name="ESQUIROL Emmanuelle OBS/COM" userId="f2faf014-bb83-46c4-a1de-f8ad4109fd1b" providerId="ADAL" clId="{049E0ADE-B31F-4E1C-BB15-B46A395DC5E7}" dt="2026-06-02T16:01:16.253" v="265" actId="555"/>
        <pc:sldMkLst>
          <pc:docMk/>
          <pc:sldMk cId="853878235" sldId="346"/>
        </pc:sldMkLst>
        <pc:spChg chg="mod">
          <ac:chgData name="ESQUIROL Emmanuelle OBS/COM" userId="f2faf014-bb83-46c4-a1de-f8ad4109fd1b" providerId="ADAL" clId="{049E0ADE-B31F-4E1C-BB15-B46A395DC5E7}" dt="2026-06-02T16:00:25.768" v="227" actId="207"/>
          <ac:spMkLst>
            <pc:docMk/>
            <pc:sldMk cId="853878235" sldId="346"/>
            <ac:spMk id="2" creationId="{4A6649B1-149E-F350-ADAE-4C8E365EBAC1}"/>
          </ac:spMkLst>
        </pc:spChg>
        <pc:spChg chg="mod">
          <ac:chgData name="ESQUIROL Emmanuelle OBS/COM" userId="f2faf014-bb83-46c4-a1de-f8ad4109fd1b" providerId="ADAL" clId="{049E0ADE-B31F-4E1C-BB15-B46A395DC5E7}" dt="2026-06-02T15:59:35.271" v="218" actId="21"/>
          <ac:spMkLst>
            <pc:docMk/>
            <pc:sldMk cId="853878235" sldId="346"/>
            <ac:spMk id="3" creationId="{15A38F3F-4C13-049E-7F07-C0DC23BD12A2}"/>
          </ac:spMkLst>
        </pc:spChg>
        <pc:spChg chg="add mod">
          <ac:chgData name="ESQUIROL Emmanuelle OBS/COM" userId="f2faf014-bb83-46c4-a1de-f8ad4109fd1b" providerId="ADAL" clId="{049E0ADE-B31F-4E1C-BB15-B46A395DC5E7}" dt="2026-06-02T16:00:13.533" v="226" actId="207"/>
          <ac:spMkLst>
            <pc:docMk/>
            <pc:sldMk cId="853878235" sldId="346"/>
            <ac:spMk id="6" creationId="{7A95D6BC-1839-D4E1-772E-ADAF42B54508}"/>
          </ac:spMkLst>
        </pc:spChg>
        <pc:spChg chg="mod">
          <ac:chgData name="ESQUIROL Emmanuelle OBS/COM" userId="f2faf014-bb83-46c4-a1de-f8ad4109fd1b" providerId="ADAL" clId="{049E0ADE-B31F-4E1C-BB15-B46A395DC5E7}" dt="2026-06-02T16:01:16.253" v="265" actId="555"/>
          <ac:spMkLst>
            <pc:docMk/>
            <pc:sldMk cId="853878235" sldId="346"/>
            <ac:spMk id="9" creationId="{7838C744-7C75-21A4-4D7A-1577B26CA85C}"/>
          </ac:spMkLst>
        </pc:spChg>
        <pc:spChg chg="mod">
          <ac:chgData name="ESQUIROL Emmanuelle OBS/COM" userId="f2faf014-bb83-46c4-a1de-f8ad4109fd1b" providerId="ADAL" clId="{049E0ADE-B31F-4E1C-BB15-B46A395DC5E7}" dt="2026-06-02T16:01:16.253" v="265" actId="555"/>
          <ac:spMkLst>
            <pc:docMk/>
            <pc:sldMk cId="853878235" sldId="346"/>
            <ac:spMk id="12" creationId="{88944557-E2AF-F1FB-A66A-2668847ED77E}"/>
          </ac:spMkLst>
        </pc:spChg>
        <pc:spChg chg="mod">
          <ac:chgData name="ESQUIROL Emmanuelle OBS/COM" userId="f2faf014-bb83-46c4-a1de-f8ad4109fd1b" providerId="ADAL" clId="{049E0ADE-B31F-4E1C-BB15-B46A395DC5E7}" dt="2026-06-02T16:00:48.899" v="249" actId="207"/>
          <ac:spMkLst>
            <pc:docMk/>
            <pc:sldMk cId="853878235" sldId="346"/>
            <ac:spMk id="15" creationId="{43532F98-2743-C903-ACD7-705789C8F59F}"/>
          </ac:spMkLst>
        </pc:spChg>
      </pc:sldChg>
      <pc:sldChg chg="modSp mod">
        <pc:chgData name="ESQUIROL Emmanuelle OBS/COM" userId="f2faf014-bb83-46c4-a1de-f8ad4109fd1b" providerId="ADAL" clId="{049E0ADE-B31F-4E1C-BB15-B46A395DC5E7}" dt="2026-06-02T16:05:15.176" v="324" actId="1036"/>
        <pc:sldMkLst>
          <pc:docMk/>
          <pc:sldMk cId="1463401691" sldId="349"/>
        </pc:sldMkLst>
        <pc:spChg chg="mod">
          <ac:chgData name="ESQUIROL Emmanuelle OBS/COM" userId="f2faf014-bb83-46c4-a1de-f8ad4109fd1b" providerId="ADAL" clId="{049E0ADE-B31F-4E1C-BB15-B46A395DC5E7}" dt="2026-06-02T16:05:15.176" v="324" actId="1036"/>
          <ac:spMkLst>
            <pc:docMk/>
            <pc:sldMk cId="1463401691" sldId="349"/>
            <ac:spMk id="6" creationId="{7B7F9536-D57C-824E-A69B-A657F04B861F}"/>
          </ac:spMkLst>
        </pc:spChg>
      </pc:sldChg>
      <pc:sldChg chg="addSp delSp modSp mod">
        <pc:chgData name="ESQUIROL Emmanuelle OBS/COM" userId="f2faf014-bb83-46c4-a1de-f8ad4109fd1b" providerId="ADAL" clId="{049E0ADE-B31F-4E1C-BB15-B46A395DC5E7}" dt="2026-06-02T12:12:50.641" v="61" actId="207"/>
        <pc:sldMkLst>
          <pc:docMk/>
          <pc:sldMk cId="3247676611" sldId="351"/>
        </pc:sldMkLst>
        <pc:spChg chg="add mod">
          <ac:chgData name="ESQUIROL Emmanuelle OBS/COM" userId="f2faf014-bb83-46c4-a1de-f8ad4109fd1b" providerId="ADAL" clId="{049E0ADE-B31F-4E1C-BB15-B46A395DC5E7}" dt="2026-06-02T12:12:50.641" v="61" actId="207"/>
          <ac:spMkLst>
            <pc:docMk/>
            <pc:sldMk cId="3247676611" sldId="351"/>
            <ac:spMk id="9" creationId="{3C92A1D0-BCDB-413F-5EB8-96FC819596C9}"/>
          </ac:spMkLst>
        </pc:spChg>
      </pc:sldChg>
      <pc:sldChg chg="modSp mod">
        <pc:chgData name="ESQUIROL Emmanuelle OBS/COM" userId="f2faf014-bb83-46c4-a1de-f8ad4109fd1b" providerId="ADAL" clId="{049E0ADE-B31F-4E1C-BB15-B46A395DC5E7}" dt="2026-06-02T12:10:56.280" v="40" actId="14100"/>
        <pc:sldMkLst>
          <pc:docMk/>
          <pc:sldMk cId="3820459570" sldId="352"/>
        </pc:sldMkLst>
        <pc:spChg chg="mod">
          <ac:chgData name="ESQUIROL Emmanuelle OBS/COM" userId="f2faf014-bb83-46c4-a1de-f8ad4109fd1b" providerId="ADAL" clId="{049E0ADE-B31F-4E1C-BB15-B46A395DC5E7}" dt="2026-06-02T12:10:56.280" v="40" actId="14100"/>
          <ac:spMkLst>
            <pc:docMk/>
            <pc:sldMk cId="3820459570" sldId="352"/>
            <ac:spMk id="10" creationId="{B089C937-9ED6-CF8E-B0C9-8FA9BB47B9E0}"/>
          </ac:spMkLst>
        </pc:spChg>
      </pc:sldChg>
      <pc:sldChg chg="modSp mod">
        <pc:chgData name="ESQUIROL Emmanuelle OBS/COM" userId="f2faf014-bb83-46c4-a1de-f8ad4109fd1b" providerId="ADAL" clId="{049E0ADE-B31F-4E1C-BB15-B46A395DC5E7}" dt="2026-06-02T12:13:26.049" v="62" actId="948"/>
        <pc:sldMkLst>
          <pc:docMk/>
          <pc:sldMk cId="4158802550" sldId="353"/>
        </pc:sldMkLst>
        <pc:spChg chg="mod">
          <ac:chgData name="ESQUIROL Emmanuelle OBS/COM" userId="f2faf014-bb83-46c4-a1de-f8ad4109fd1b" providerId="ADAL" clId="{049E0ADE-B31F-4E1C-BB15-B46A395DC5E7}" dt="2026-06-02T12:13:26.049" v="62" actId="948"/>
          <ac:spMkLst>
            <pc:docMk/>
            <pc:sldMk cId="4158802550" sldId="353"/>
            <ac:spMk id="10" creationId="{49FE5AD0-49EC-BDEE-780B-1697E8082DD0}"/>
          </ac:spMkLst>
        </pc:spChg>
      </pc:sldChg>
      <pc:sldChg chg="modSp mod">
        <pc:chgData name="ESQUIROL Emmanuelle OBS/COM" userId="f2faf014-bb83-46c4-a1de-f8ad4109fd1b" providerId="ADAL" clId="{049E0ADE-B31F-4E1C-BB15-B46A395DC5E7}" dt="2026-06-02T16:06:57.614" v="336" actId="207"/>
        <pc:sldMkLst>
          <pc:docMk/>
          <pc:sldMk cId="2783314908" sldId="354"/>
        </pc:sldMkLst>
        <pc:spChg chg="mod">
          <ac:chgData name="ESQUIROL Emmanuelle OBS/COM" userId="f2faf014-bb83-46c4-a1de-f8ad4109fd1b" providerId="ADAL" clId="{049E0ADE-B31F-4E1C-BB15-B46A395DC5E7}" dt="2026-06-02T16:06:57.614" v="336" actId="207"/>
          <ac:spMkLst>
            <pc:docMk/>
            <pc:sldMk cId="2783314908" sldId="354"/>
            <ac:spMk id="10" creationId="{A97F04E6-0EF3-84C2-A931-DE9052FA65D7}"/>
          </ac:spMkLst>
        </pc:spChg>
      </pc:sldChg>
      <pc:sldChg chg="modSp mod">
        <pc:chgData name="ESQUIROL Emmanuelle OBS/COM" userId="f2faf014-bb83-46c4-a1de-f8ad4109fd1b" providerId="ADAL" clId="{049E0ADE-B31F-4E1C-BB15-B46A395DC5E7}" dt="2026-06-02T16:07:11.680" v="337" actId="948"/>
        <pc:sldMkLst>
          <pc:docMk/>
          <pc:sldMk cId="1210232165" sldId="355"/>
        </pc:sldMkLst>
        <pc:spChg chg="mod">
          <ac:chgData name="ESQUIROL Emmanuelle OBS/COM" userId="f2faf014-bb83-46c4-a1de-f8ad4109fd1b" providerId="ADAL" clId="{049E0ADE-B31F-4E1C-BB15-B46A395DC5E7}" dt="2026-06-02T16:07:11.680" v="337" actId="948"/>
          <ac:spMkLst>
            <pc:docMk/>
            <pc:sldMk cId="1210232165" sldId="355"/>
            <ac:spMk id="3" creationId="{9FC76854-1CF8-800A-7323-9CFD2CF60948}"/>
          </ac:spMkLst>
        </pc:spChg>
      </pc:sldChg>
      <pc:sldChg chg="addSp modSp mod">
        <pc:chgData name="ESQUIROL Emmanuelle OBS/COM" userId="f2faf014-bb83-46c4-a1de-f8ad4109fd1b" providerId="ADAL" clId="{049E0ADE-B31F-4E1C-BB15-B46A395DC5E7}" dt="2026-06-02T15:55:19.010" v="197" actId="3064"/>
        <pc:sldMkLst>
          <pc:docMk/>
          <pc:sldMk cId="4288702483" sldId="357"/>
        </pc:sldMkLst>
        <pc:spChg chg="mod">
          <ac:chgData name="ESQUIROL Emmanuelle OBS/COM" userId="f2faf014-bb83-46c4-a1de-f8ad4109fd1b" providerId="ADAL" clId="{049E0ADE-B31F-4E1C-BB15-B46A395DC5E7}" dt="2026-06-02T15:52:34.166" v="108" actId="255"/>
          <ac:spMkLst>
            <pc:docMk/>
            <pc:sldMk cId="4288702483" sldId="357"/>
            <ac:spMk id="3" creationId="{0295899A-0822-A5A7-B5EF-3B19571616CB}"/>
          </ac:spMkLst>
        </pc:spChg>
        <pc:spChg chg="mod">
          <ac:chgData name="ESQUIROL Emmanuelle OBS/COM" userId="f2faf014-bb83-46c4-a1de-f8ad4109fd1b" providerId="ADAL" clId="{049E0ADE-B31F-4E1C-BB15-B46A395DC5E7}" dt="2026-06-02T15:53:22.560" v="139" actId="1035"/>
          <ac:spMkLst>
            <pc:docMk/>
            <pc:sldMk cId="4288702483" sldId="357"/>
            <ac:spMk id="7" creationId="{009F47C7-1443-0F54-94A1-717E6F7C13CF}"/>
          </ac:spMkLst>
        </pc:spChg>
        <pc:spChg chg="mod">
          <ac:chgData name="ESQUIROL Emmanuelle OBS/COM" userId="f2faf014-bb83-46c4-a1de-f8ad4109fd1b" providerId="ADAL" clId="{049E0ADE-B31F-4E1C-BB15-B46A395DC5E7}" dt="2026-06-02T15:54:46.681" v="172" actId="552"/>
          <ac:spMkLst>
            <pc:docMk/>
            <pc:sldMk cId="4288702483" sldId="357"/>
            <ac:spMk id="19" creationId="{639B5EA7-0904-975E-FBB2-74AD71123D21}"/>
          </ac:spMkLst>
        </pc:spChg>
        <pc:spChg chg="add mod">
          <ac:chgData name="ESQUIROL Emmanuelle OBS/COM" userId="f2faf014-bb83-46c4-a1de-f8ad4109fd1b" providerId="ADAL" clId="{049E0ADE-B31F-4E1C-BB15-B46A395DC5E7}" dt="2026-06-02T15:55:19.010" v="197" actId="3064"/>
          <ac:spMkLst>
            <pc:docMk/>
            <pc:sldMk cId="4288702483" sldId="357"/>
            <ac:spMk id="20" creationId="{E97F37CB-2E39-C3F5-E18F-7A8A3E362F5B}"/>
          </ac:spMkLst>
        </pc:spChg>
      </pc:sldChg>
      <pc:sldChg chg="modSp mod">
        <pc:chgData name="ESQUIROL Emmanuelle OBS/COM" userId="f2faf014-bb83-46c4-a1de-f8ad4109fd1b" providerId="ADAL" clId="{049E0ADE-B31F-4E1C-BB15-B46A395DC5E7}" dt="2026-06-02T16:11:06.620" v="392" actId="14100"/>
        <pc:sldMkLst>
          <pc:docMk/>
          <pc:sldMk cId="925918472" sldId="359"/>
        </pc:sldMkLst>
        <pc:spChg chg="mod">
          <ac:chgData name="ESQUIROL Emmanuelle OBS/COM" userId="f2faf014-bb83-46c4-a1de-f8ad4109fd1b" providerId="ADAL" clId="{049E0ADE-B31F-4E1C-BB15-B46A395DC5E7}" dt="2026-06-02T16:11:00.368" v="391" actId="1035"/>
          <ac:spMkLst>
            <pc:docMk/>
            <pc:sldMk cId="925918472" sldId="359"/>
            <ac:spMk id="9" creationId="{43D1B019-EAB3-01FC-982C-CE72FB1637ED}"/>
          </ac:spMkLst>
        </pc:spChg>
        <pc:spChg chg="mod">
          <ac:chgData name="ESQUIROL Emmanuelle OBS/COM" userId="f2faf014-bb83-46c4-a1de-f8ad4109fd1b" providerId="ADAL" clId="{049E0ADE-B31F-4E1C-BB15-B46A395DC5E7}" dt="2026-06-02T16:11:00.368" v="391" actId="1035"/>
          <ac:spMkLst>
            <pc:docMk/>
            <pc:sldMk cId="925918472" sldId="359"/>
            <ac:spMk id="10" creationId="{6AF9C2A1-14FD-2D23-2EBA-E72576697BBC}"/>
          </ac:spMkLst>
        </pc:spChg>
        <pc:spChg chg="mod">
          <ac:chgData name="ESQUIROL Emmanuelle OBS/COM" userId="f2faf014-bb83-46c4-a1de-f8ad4109fd1b" providerId="ADAL" clId="{049E0ADE-B31F-4E1C-BB15-B46A395DC5E7}" dt="2026-06-02T13:31:25.670" v="66" actId="14100"/>
          <ac:spMkLst>
            <pc:docMk/>
            <pc:sldMk cId="925918472" sldId="359"/>
            <ac:spMk id="11" creationId="{5C5A02EB-A31D-1C68-137E-A35628C425BA}"/>
          </ac:spMkLst>
        </pc:spChg>
        <pc:picChg chg="mod">
          <ac:chgData name="ESQUIROL Emmanuelle OBS/COM" userId="f2faf014-bb83-46c4-a1de-f8ad4109fd1b" providerId="ADAL" clId="{049E0ADE-B31F-4E1C-BB15-B46A395DC5E7}" dt="2026-06-02T16:11:00.368" v="391" actId="1035"/>
          <ac:picMkLst>
            <pc:docMk/>
            <pc:sldMk cId="925918472" sldId="359"/>
            <ac:picMk id="7" creationId="{8A8C7D48-6430-B18F-A74F-282FD3D05DFE}"/>
          </ac:picMkLst>
        </pc:picChg>
        <pc:picChg chg="mod">
          <ac:chgData name="ESQUIROL Emmanuelle OBS/COM" userId="f2faf014-bb83-46c4-a1de-f8ad4109fd1b" providerId="ADAL" clId="{049E0ADE-B31F-4E1C-BB15-B46A395DC5E7}" dt="2026-06-02T16:11:00.368" v="391" actId="1035"/>
          <ac:picMkLst>
            <pc:docMk/>
            <pc:sldMk cId="925918472" sldId="359"/>
            <ac:picMk id="8" creationId="{C3CC128C-7F39-6A50-CA0D-3CF5F4A7FA81}"/>
          </ac:picMkLst>
        </pc:picChg>
        <pc:cxnChg chg="mod">
          <ac:chgData name="ESQUIROL Emmanuelle OBS/COM" userId="f2faf014-bb83-46c4-a1de-f8ad4109fd1b" providerId="ADAL" clId="{049E0ADE-B31F-4E1C-BB15-B46A395DC5E7}" dt="2026-06-02T16:11:06.620" v="392" actId="14100"/>
          <ac:cxnSpMkLst>
            <pc:docMk/>
            <pc:sldMk cId="925918472" sldId="359"/>
            <ac:cxnSpMk id="13" creationId="{469C72A2-84CF-FB46-967E-6280D6C7DDB7}"/>
          </ac:cxnSpMkLst>
        </pc:cxnChg>
      </pc:sldChg>
      <pc:sldChg chg="modSp mod">
        <pc:chgData name="ESQUIROL Emmanuelle OBS/COM" userId="f2faf014-bb83-46c4-a1de-f8ad4109fd1b" providerId="ADAL" clId="{049E0ADE-B31F-4E1C-BB15-B46A395DC5E7}" dt="2026-06-02T16:09:14.326" v="376" actId="6549"/>
        <pc:sldMkLst>
          <pc:docMk/>
          <pc:sldMk cId="1176091296" sldId="360"/>
        </pc:sldMkLst>
        <pc:spChg chg="mod">
          <ac:chgData name="ESQUIROL Emmanuelle OBS/COM" userId="f2faf014-bb83-46c4-a1de-f8ad4109fd1b" providerId="ADAL" clId="{049E0ADE-B31F-4E1C-BB15-B46A395DC5E7}" dt="2026-06-02T16:08:47.469" v="374" actId="207"/>
          <ac:spMkLst>
            <pc:docMk/>
            <pc:sldMk cId="1176091296" sldId="360"/>
            <ac:spMk id="4" creationId="{72BCD83B-B6B2-AEB7-8E16-1EC9DEFA8375}"/>
          </ac:spMkLst>
        </pc:spChg>
        <pc:spChg chg="mod">
          <ac:chgData name="ESQUIROL Emmanuelle OBS/COM" userId="f2faf014-bb83-46c4-a1de-f8ad4109fd1b" providerId="ADAL" clId="{049E0ADE-B31F-4E1C-BB15-B46A395DC5E7}" dt="2026-06-02T16:09:14.326" v="376" actId="6549"/>
          <ac:spMkLst>
            <pc:docMk/>
            <pc:sldMk cId="1176091296" sldId="360"/>
            <ac:spMk id="5" creationId="{E72A8640-2CC4-00F1-778C-4AF19E727A5A}"/>
          </ac:spMkLst>
        </pc:spChg>
        <pc:spChg chg="mod">
          <ac:chgData name="ESQUIROL Emmanuelle OBS/COM" userId="f2faf014-bb83-46c4-a1de-f8ad4109fd1b" providerId="ADAL" clId="{049E0ADE-B31F-4E1C-BB15-B46A395DC5E7}" dt="2026-06-02T16:08:25.129" v="360" actId="207"/>
          <ac:spMkLst>
            <pc:docMk/>
            <pc:sldMk cId="1176091296" sldId="360"/>
            <ac:spMk id="12" creationId="{EFF9D03D-C342-E21A-A931-13C97AF19792}"/>
          </ac:spMkLst>
        </pc:spChg>
      </pc:sldChg>
      <pc:sldChg chg="modSp mod">
        <pc:chgData name="ESQUIROL Emmanuelle OBS/COM" userId="f2faf014-bb83-46c4-a1de-f8ad4109fd1b" providerId="ADAL" clId="{049E0ADE-B31F-4E1C-BB15-B46A395DC5E7}" dt="2026-06-02T15:46:18.563" v="100" actId="207"/>
        <pc:sldMkLst>
          <pc:docMk/>
          <pc:sldMk cId="1038710478" sldId="361"/>
        </pc:sldMkLst>
        <pc:spChg chg="mod">
          <ac:chgData name="ESQUIROL Emmanuelle OBS/COM" userId="f2faf014-bb83-46c4-a1de-f8ad4109fd1b" providerId="ADAL" clId="{049E0ADE-B31F-4E1C-BB15-B46A395DC5E7}" dt="2026-06-02T15:46:18.563" v="100" actId="207"/>
          <ac:spMkLst>
            <pc:docMk/>
            <pc:sldMk cId="1038710478" sldId="361"/>
            <ac:spMk id="13" creationId="{F2F79D55-C577-691D-6FB5-152348E42485}"/>
          </ac:spMkLst>
        </pc:spChg>
        <pc:spChg chg="mod">
          <ac:chgData name="ESQUIROL Emmanuelle OBS/COM" userId="f2faf014-bb83-46c4-a1de-f8ad4109fd1b" providerId="ADAL" clId="{049E0ADE-B31F-4E1C-BB15-B46A395DC5E7}" dt="2026-06-02T12:15:50.450" v="63" actId="6549"/>
          <ac:spMkLst>
            <pc:docMk/>
            <pc:sldMk cId="1038710478" sldId="361"/>
            <ac:spMk id="34" creationId="{83D162BD-F5BE-3A6B-E49B-9F45F3C0DF83}"/>
          </ac:spMkLst>
        </pc:spChg>
      </pc:sldChg>
      <pc:sldChg chg="modSp mod">
        <pc:chgData name="ESQUIROL Emmanuelle OBS/COM" userId="f2faf014-bb83-46c4-a1de-f8ad4109fd1b" providerId="ADAL" clId="{049E0ADE-B31F-4E1C-BB15-B46A395DC5E7}" dt="2026-06-02T15:57:53.725" v="216" actId="207"/>
        <pc:sldMkLst>
          <pc:docMk/>
          <pc:sldMk cId="3895240422" sldId="364"/>
        </pc:sldMkLst>
        <pc:spChg chg="mod">
          <ac:chgData name="ESQUIROL Emmanuelle OBS/COM" userId="f2faf014-bb83-46c4-a1de-f8ad4109fd1b" providerId="ADAL" clId="{049E0ADE-B31F-4E1C-BB15-B46A395DC5E7}" dt="2026-06-02T15:57:53.725" v="216" actId="207"/>
          <ac:spMkLst>
            <pc:docMk/>
            <pc:sldMk cId="3895240422" sldId="364"/>
            <ac:spMk id="2" creationId="{B85C9377-1370-20EE-94B3-9189A4A3D478}"/>
          </ac:spMkLst>
        </pc:spChg>
        <pc:spChg chg="mod">
          <ac:chgData name="ESQUIROL Emmanuelle OBS/COM" userId="f2faf014-bb83-46c4-a1de-f8ad4109fd1b" providerId="ADAL" clId="{049E0ADE-B31F-4E1C-BB15-B46A395DC5E7}" dt="2026-06-02T15:57:27.511" v="214" actId="1036"/>
          <ac:spMkLst>
            <pc:docMk/>
            <pc:sldMk cId="3895240422" sldId="364"/>
            <ac:spMk id="5" creationId="{727EB268-3F5C-C8BC-8E99-31F03F1DC244}"/>
          </ac:spMkLst>
        </pc:spChg>
        <pc:picChg chg="mod">
          <ac:chgData name="ESQUIROL Emmanuelle OBS/COM" userId="f2faf014-bb83-46c4-a1de-f8ad4109fd1b" providerId="ADAL" clId="{049E0ADE-B31F-4E1C-BB15-B46A395DC5E7}" dt="2026-06-02T15:57:27.511" v="214" actId="1036"/>
          <ac:picMkLst>
            <pc:docMk/>
            <pc:sldMk cId="3895240422" sldId="364"/>
            <ac:picMk id="4" creationId="{98D41F70-8C6C-2618-F405-A11EB7AEA12E}"/>
          </ac:picMkLst>
        </pc:picChg>
      </pc:sldChg>
      <pc:sldChg chg="modSp mod">
        <pc:chgData name="ESQUIROL Emmanuelle OBS/COM" userId="f2faf014-bb83-46c4-a1de-f8ad4109fd1b" providerId="ADAL" clId="{049E0ADE-B31F-4E1C-BB15-B46A395DC5E7}" dt="2026-06-02T16:04:32.722" v="320" actId="552"/>
        <pc:sldMkLst>
          <pc:docMk/>
          <pc:sldMk cId="2822467644" sldId="2147469259"/>
        </pc:sldMkLst>
        <pc:spChg chg="mod">
          <ac:chgData name="ESQUIROL Emmanuelle OBS/COM" userId="f2faf014-bb83-46c4-a1de-f8ad4109fd1b" providerId="ADAL" clId="{049E0ADE-B31F-4E1C-BB15-B46A395DC5E7}" dt="2026-06-02T16:02:48.318" v="291" actId="1036"/>
          <ac:spMkLst>
            <pc:docMk/>
            <pc:sldMk cId="2822467644" sldId="2147469259"/>
            <ac:spMk id="6" creationId="{F218ADBC-9088-DBDE-5B18-8DC85ABF4C98}"/>
          </ac:spMkLst>
        </pc:spChg>
        <pc:spChg chg="mod">
          <ac:chgData name="ESQUIROL Emmanuelle OBS/COM" userId="f2faf014-bb83-46c4-a1de-f8ad4109fd1b" providerId="ADAL" clId="{049E0ADE-B31F-4E1C-BB15-B46A395DC5E7}" dt="2026-06-02T16:02:27.625" v="271" actId="554"/>
          <ac:spMkLst>
            <pc:docMk/>
            <pc:sldMk cId="2822467644" sldId="2147469259"/>
            <ac:spMk id="9" creationId="{A7E504B3-CA91-DAFD-5BEB-5E5B8E5F9D1E}"/>
          </ac:spMkLst>
        </pc:spChg>
        <pc:spChg chg="mod">
          <ac:chgData name="ESQUIROL Emmanuelle OBS/COM" userId="f2faf014-bb83-46c4-a1de-f8ad4109fd1b" providerId="ADAL" clId="{049E0ADE-B31F-4E1C-BB15-B46A395DC5E7}" dt="2026-06-02T16:04:32.722" v="320" actId="552"/>
          <ac:spMkLst>
            <pc:docMk/>
            <pc:sldMk cId="2822467644" sldId="2147469259"/>
            <ac:spMk id="26" creationId="{5F70B36C-10AE-FD7B-EB78-EE224491B283}"/>
          </ac:spMkLst>
        </pc:spChg>
        <pc:spChg chg="mod">
          <ac:chgData name="ESQUIROL Emmanuelle OBS/COM" userId="f2faf014-bb83-46c4-a1de-f8ad4109fd1b" providerId="ADAL" clId="{049E0ADE-B31F-4E1C-BB15-B46A395DC5E7}" dt="2026-06-02T16:02:27.625" v="271" actId="554"/>
          <ac:spMkLst>
            <pc:docMk/>
            <pc:sldMk cId="2822467644" sldId="2147469259"/>
            <ac:spMk id="28" creationId="{C2C19688-0F84-6D78-3548-8E1463A8A604}"/>
          </ac:spMkLst>
        </pc:spChg>
        <pc:spChg chg="mod">
          <ac:chgData name="ESQUIROL Emmanuelle OBS/COM" userId="f2faf014-bb83-46c4-a1de-f8ad4109fd1b" providerId="ADAL" clId="{049E0ADE-B31F-4E1C-BB15-B46A395DC5E7}" dt="2026-06-02T16:02:43.598" v="285" actId="1035"/>
          <ac:spMkLst>
            <pc:docMk/>
            <pc:sldMk cId="2822467644" sldId="2147469259"/>
            <ac:spMk id="31" creationId="{C17826FA-D427-498C-A6EF-A31E40B9A17C}"/>
          </ac:spMkLst>
        </pc:spChg>
        <pc:spChg chg="mod">
          <ac:chgData name="ESQUIROL Emmanuelle OBS/COM" userId="f2faf014-bb83-46c4-a1de-f8ad4109fd1b" providerId="ADAL" clId="{049E0ADE-B31F-4E1C-BB15-B46A395DC5E7}" dt="2026-06-02T16:02:43.598" v="285" actId="1035"/>
          <ac:spMkLst>
            <pc:docMk/>
            <pc:sldMk cId="2822467644" sldId="2147469259"/>
            <ac:spMk id="33" creationId="{832E5516-AC06-C4AA-A202-6546E88A8170}"/>
          </ac:spMkLst>
        </pc:spChg>
        <pc:spChg chg="mod">
          <ac:chgData name="ESQUIROL Emmanuelle OBS/COM" userId="f2faf014-bb83-46c4-a1de-f8ad4109fd1b" providerId="ADAL" clId="{049E0ADE-B31F-4E1C-BB15-B46A395DC5E7}" dt="2026-06-02T16:02:43.598" v="285" actId="1035"/>
          <ac:spMkLst>
            <pc:docMk/>
            <pc:sldMk cId="2822467644" sldId="2147469259"/>
            <ac:spMk id="34" creationId="{5DC4A49E-0575-9D61-EBBE-69E3229F8F93}"/>
          </ac:spMkLst>
        </pc:spChg>
        <pc:spChg chg="mod">
          <ac:chgData name="ESQUIROL Emmanuelle OBS/COM" userId="f2faf014-bb83-46c4-a1de-f8ad4109fd1b" providerId="ADAL" clId="{049E0ADE-B31F-4E1C-BB15-B46A395DC5E7}" dt="2026-06-02T16:02:43.598" v="285" actId="1035"/>
          <ac:spMkLst>
            <pc:docMk/>
            <pc:sldMk cId="2822467644" sldId="2147469259"/>
            <ac:spMk id="35" creationId="{6C391605-655B-6028-AA5F-0A90EAEE27B5}"/>
          </ac:spMkLst>
        </pc:spChg>
        <pc:spChg chg="mod">
          <ac:chgData name="ESQUIROL Emmanuelle OBS/COM" userId="f2faf014-bb83-46c4-a1de-f8ad4109fd1b" providerId="ADAL" clId="{049E0ADE-B31F-4E1C-BB15-B46A395DC5E7}" dt="2026-06-02T16:02:43.598" v="285" actId="1035"/>
          <ac:spMkLst>
            <pc:docMk/>
            <pc:sldMk cId="2822467644" sldId="2147469259"/>
            <ac:spMk id="37" creationId="{DBF97019-4E95-6A20-DD7B-6CC1C08CEA11}"/>
          </ac:spMkLst>
        </pc:spChg>
        <pc:spChg chg="mod">
          <ac:chgData name="ESQUIROL Emmanuelle OBS/COM" userId="f2faf014-bb83-46c4-a1de-f8ad4109fd1b" providerId="ADAL" clId="{049E0ADE-B31F-4E1C-BB15-B46A395DC5E7}" dt="2026-06-02T16:02:43.598" v="285" actId="1035"/>
          <ac:spMkLst>
            <pc:docMk/>
            <pc:sldMk cId="2822467644" sldId="2147469259"/>
            <ac:spMk id="38" creationId="{9D9FD2A7-E86B-925D-351E-52B9CBFD8285}"/>
          </ac:spMkLst>
        </pc:spChg>
        <pc:picChg chg="mod">
          <ac:chgData name="ESQUIROL Emmanuelle OBS/COM" userId="f2faf014-bb83-46c4-a1de-f8ad4109fd1b" providerId="ADAL" clId="{049E0ADE-B31F-4E1C-BB15-B46A395DC5E7}" dt="2026-06-02T16:02:43.598" v="285" actId="1035"/>
          <ac:picMkLst>
            <pc:docMk/>
            <pc:sldMk cId="2822467644" sldId="2147469259"/>
            <ac:picMk id="42" creationId="{99EC5D56-04DF-20D6-6B08-0B7A615D0423}"/>
          </ac:picMkLst>
        </pc:picChg>
        <pc:picChg chg="mod">
          <ac:chgData name="ESQUIROL Emmanuelle OBS/COM" userId="f2faf014-bb83-46c4-a1de-f8ad4109fd1b" providerId="ADAL" clId="{049E0ADE-B31F-4E1C-BB15-B46A395DC5E7}" dt="2026-06-02T16:04:32.722" v="320" actId="552"/>
          <ac:picMkLst>
            <pc:docMk/>
            <pc:sldMk cId="2822467644" sldId="2147469259"/>
            <ac:picMk id="44" creationId="{872EE2B2-DC6D-FC58-1490-B9863F6266FF}"/>
          </ac:picMkLst>
        </pc:picChg>
        <pc:picChg chg="mod">
          <ac:chgData name="ESQUIROL Emmanuelle OBS/COM" userId="f2faf014-bb83-46c4-a1de-f8ad4109fd1b" providerId="ADAL" clId="{049E0ADE-B31F-4E1C-BB15-B46A395DC5E7}" dt="2026-06-02T16:02:43.598" v="285" actId="1035"/>
          <ac:picMkLst>
            <pc:docMk/>
            <pc:sldMk cId="2822467644" sldId="2147469259"/>
            <ac:picMk id="49" creationId="{62B1F867-139B-A018-DC17-B212995746F9}"/>
          </ac:picMkLst>
        </pc:picChg>
        <pc:picChg chg="mod">
          <ac:chgData name="ESQUIROL Emmanuelle OBS/COM" userId="f2faf014-bb83-46c4-a1de-f8ad4109fd1b" providerId="ADAL" clId="{049E0ADE-B31F-4E1C-BB15-B46A395DC5E7}" dt="2026-06-02T16:02:43.598" v="285" actId="1035"/>
          <ac:picMkLst>
            <pc:docMk/>
            <pc:sldMk cId="2822467644" sldId="2147469259"/>
            <ac:picMk id="54" creationId="{D7FA1EAD-B582-1365-FBE0-583B85DDE2F1}"/>
          </ac:picMkLst>
        </pc:picChg>
      </pc:sldChg>
      <pc:sldChg chg="modSp mod">
        <pc:chgData name="ESQUIROL Emmanuelle OBS/COM" userId="f2faf014-bb83-46c4-a1de-f8ad4109fd1b" providerId="ADAL" clId="{049E0ADE-B31F-4E1C-BB15-B46A395DC5E7}" dt="2026-06-02T16:04:56.854" v="322" actId="1076"/>
        <pc:sldMkLst>
          <pc:docMk/>
          <pc:sldMk cId="1653714046" sldId="2147469260"/>
        </pc:sldMkLst>
        <pc:spChg chg="mod">
          <ac:chgData name="ESQUIROL Emmanuelle OBS/COM" userId="f2faf014-bb83-46c4-a1de-f8ad4109fd1b" providerId="ADAL" clId="{049E0ADE-B31F-4E1C-BB15-B46A395DC5E7}" dt="2026-06-02T16:04:56.854" v="322" actId="1076"/>
          <ac:spMkLst>
            <pc:docMk/>
            <pc:sldMk cId="1653714046" sldId="2147469260"/>
            <ac:spMk id="3" creationId="{0A2D578D-22F7-87E2-1AD3-79C922A233C9}"/>
          </ac:spMkLst>
        </pc:spChg>
      </pc:sldChg>
      <pc:sldChg chg="modSp mod">
        <pc:chgData name="ESQUIROL Emmanuelle OBS/COM" userId="f2faf014-bb83-46c4-a1de-f8ad4109fd1b" providerId="ADAL" clId="{049E0ADE-B31F-4E1C-BB15-B46A395DC5E7}" dt="2026-06-02T15:57:00.706" v="200" actId="948"/>
        <pc:sldMkLst>
          <pc:docMk/>
          <pc:sldMk cId="3156444628" sldId="2147469261"/>
        </pc:sldMkLst>
        <pc:spChg chg="mod">
          <ac:chgData name="ESQUIROL Emmanuelle OBS/COM" userId="f2faf014-bb83-46c4-a1de-f8ad4109fd1b" providerId="ADAL" clId="{049E0ADE-B31F-4E1C-BB15-B46A395DC5E7}" dt="2026-06-02T15:57:00.706" v="200" actId="948"/>
          <ac:spMkLst>
            <pc:docMk/>
            <pc:sldMk cId="3156444628" sldId="2147469261"/>
            <ac:spMk id="6" creationId="{9F391D88-5510-1CF7-B49B-7D0961C1316A}"/>
          </ac:spMkLst>
        </pc:spChg>
      </pc:sldChg>
      <pc:sldChg chg="modSp mod">
        <pc:chgData name="ESQUIROL Emmanuelle OBS/COM" userId="f2faf014-bb83-46c4-a1de-f8ad4109fd1b" providerId="ADAL" clId="{049E0ADE-B31F-4E1C-BB15-B46A395DC5E7}" dt="2026-06-02T16:05:51.760" v="333" actId="207"/>
        <pc:sldMkLst>
          <pc:docMk/>
          <pc:sldMk cId="1728121974" sldId="2147472501"/>
        </pc:sldMkLst>
        <pc:spChg chg="mod">
          <ac:chgData name="ESQUIROL Emmanuelle OBS/COM" userId="f2faf014-bb83-46c4-a1de-f8ad4109fd1b" providerId="ADAL" clId="{049E0ADE-B31F-4E1C-BB15-B46A395DC5E7}" dt="2026-06-02T16:05:51.760" v="333" actId="207"/>
          <ac:spMkLst>
            <pc:docMk/>
            <pc:sldMk cId="1728121974" sldId="2147472501"/>
            <ac:spMk id="36" creationId="{3CC3CFC9-527B-719E-613D-183EB5C2C4E4}"/>
          </ac:spMkLst>
        </pc:spChg>
        <pc:spChg chg="mod">
          <ac:chgData name="ESQUIROL Emmanuelle OBS/COM" userId="f2faf014-bb83-46c4-a1de-f8ad4109fd1b" providerId="ADAL" clId="{049E0ADE-B31F-4E1C-BB15-B46A395DC5E7}" dt="2026-06-02T16:05:34.437" v="332" actId="1036"/>
          <ac:spMkLst>
            <pc:docMk/>
            <pc:sldMk cId="1728121974" sldId="2147472501"/>
            <ac:spMk id="192" creationId="{A42F074E-85B8-E0A7-C585-E68D3FA20411}"/>
          </ac:spMkLst>
        </pc:spChg>
        <pc:picChg chg="mod">
          <ac:chgData name="ESQUIROL Emmanuelle OBS/COM" userId="f2faf014-bb83-46c4-a1de-f8ad4109fd1b" providerId="ADAL" clId="{049E0ADE-B31F-4E1C-BB15-B46A395DC5E7}" dt="2026-06-02T16:05:34.437" v="332" actId="1036"/>
          <ac:picMkLst>
            <pc:docMk/>
            <pc:sldMk cId="1728121974" sldId="2147472501"/>
            <ac:picMk id="6" creationId="{20CF8D0B-2445-7AB0-7A4E-FC2DE7548C2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elvetica 55 Roman" panose="020B0604020202020204" pitchFamily="34" charset="0"/>
              </a:defRPr>
            </a:lvl1pPr>
          </a:lstStyle>
          <a:p>
            <a:endParaRPr lang="en-GB" dirty="0"/>
          </a:p>
        </p:txBody>
      </p:sp>
      <p:sp>
        <p:nvSpPr>
          <p:cNvPr id="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elvetica 55 Roman" panose="020B0604020202020204" pitchFamily="34" charset="0"/>
              </a:defRPr>
            </a:lvl1pPr>
          </a:lstStyle>
          <a:p>
            <a:fld id="{14F63557-65CD-470F-8999-4C3C411BE899}" type="datetimeFigureOut">
              <a:rPr lang="en-GB" smtClean="0"/>
              <a:pPr/>
              <a:t>05/06/2026</a:t>
            </a:fld>
            <a:endParaRPr lang="en-GB" dirty="0"/>
          </a:p>
        </p:txBody>
      </p:sp>
      <p:sp>
        <p:nvSpPr>
          <p:cNvPr id="10" name="Notes Placeholder 4"/>
          <p:cNvSpPr>
            <a:spLocks noGrp="1"/>
          </p:cNvSpPr>
          <p:nvPr>
            <p:ph type="body" sz="quarter" idx="3"/>
          </p:nvPr>
        </p:nvSpPr>
        <p:spPr>
          <a:xfrm>
            <a:off x="381000" y="4343400"/>
            <a:ext cx="6096000" cy="4114800"/>
          </a:xfrm>
          <a:prstGeom prst="rect">
            <a:avLst/>
          </a:prstGeom>
        </p:spPr>
        <p:txBody>
          <a:bodyPr vert="horz" lIns="91440" tIns="45720" rIns="180000" bIns="45720" rtlCol="0"/>
          <a:lstStyle/>
          <a:p>
            <a:pPr marL="92075"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Helvetica 75 Bold" panose="020B0804020202020204" pitchFamily="34" charset="0"/>
                <a:ea typeface="+mn-ea"/>
                <a:cs typeface="+mn-cs"/>
              </a:rPr>
              <a:t>Click to edit Master text styles</a:t>
            </a:r>
          </a:p>
          <a:p>
            <a:pPr marL="230188" marR="0" lvl="1"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prstClr val="black"/>
                </a:solidFill>
                <a:effectLst/>
                <a:uLnTx/>
                <a:uFillTx/>
                <a:latin typeface="Helvetica 75 Bold" panose="020B0804020202020204" pitchFamily="34" charset="0"/>
                <a:ea typeface="+mn-ea"/>
                <a:cs typeface="+mn-cs"/>
              </a:rPr>
              <a:t>Second level</a:t>
            </a:r>
          </a:p>
          <a:p>
            <a:pPr marL="360363" marR="0" lvl="2"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Third level</a:t>
            </a:r>
          </a:p>
          <a:p>
            <a:pPr marL="522288" marR="0" lvl="3"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Fourth level</a:t>
            </a:r>
          </a:p>
          <a:p>
            <a:pPr marL="668338" marR="0" lvl="4"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rPr>
              <a:t>Fifth level</a:t>
            </a:r>
            <a:endParaRPr kumimoji="0" lang="en-GB" sz="1000" b="0" i="0" u="none" strike="noStrike" kern="1200" cap="none" spc="0" normalizeH="0" baseline="0" noProof="0">
              <a:ln>
                <a:noFill/>
              </a:ln>
              <a:solidFill>
                <a:prstClr val="black"/>
              </a:solidFill>
              <a:effectLst/>
              <a:uLnTx/>
              <a:uFillTx/>
              <a:latin typeface="Helvetica 55 Roman" panose="020B0604020202020204" pitchFamily="34" charset="0"/>
              <a:ea typeface="+mn-ea"/>
              <a:cs typeface="+mn-cs"/>
            </a:endParaRPr>
          </a:p>
        </p:txBody>
      </p:sp>
      <p:sp>
        <p:nvSpPr>
          <p:cNvPr id="1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elvetica 55 Roman" panose="020B0604020202020204" pitchFamily="34" charset="0"/>
              </a:defRPr>
            </a:lvl1pPr>
          </a:lstStyle>
          <a:p>
            <a:endParaRPr lang="en-GB" dirty="0"/>
          </a:p>
        </p:txBody>
      </p:sp>
      <p:sp>
        <p:nvSpPr>
          <p:cNvPr id="1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elvetica 55 Roman" panose="020B0604020202020204" pitchFamily="34" charset="0"/>
              </a:defRPr>
            </a:lvl1pPr>
          </a:lstStyle>
          <a:p>
            <a:fld id="{885932DF-9606-4758-A2B5-AF1153FB1ABB}" type="slidenum">
              <a:rPr lang="en-GB" smtClean="0"/>
              <a:pPr/>
              <a:t>‹N°›</a:t>
            </a:fld>
            <a:endParaRPr lang="en-GB" dirty="0"/>
          </a:p>
        </p:txBody>
      </p:sp>
    </p:spTree>
    <p:extLst>
      <p:ext uri="{BB962C8B-B14F-4D97-AF65-F5344CB8AC3E}">
        <p14:creationId xmlns:p14="http://schemas.microsoft.com/office/powerpoint/2010/main" val="1938228746"/>
      </p:ext>
    </p:extLst>
  </p:cSld>
  <p:clrMap bg1="lt1" tx1="dk1" bg2="lt2" tx2="dk2" accent1="accent1" accent2="accent2" accent3="accent3" accent4="accent4" accent5="accent5" accent6="accent6" hlink="hlink" folHlink="folHlink"/>
  <p:notesStyle>
    <a:lvl1pPr marL="92075" marR="0" indent="0" algn="l" defTabSz="914400" rtl="0" eaLnBrk="1" fontAlgn="auto" latinLnBrk="0" hangingPunct="1">
      <a:lnSpc>
        <a:spcPct val="100000"/>
      </a:lnSpc>
      <a:spcBef>
        <a:spcPts val="0"/>
      </a:spcBef>
      <a:spcAft>
        <a:spcPts val="0"/>
      </a:spcAft>
      <a:buClrTx/>
      <a:buSzTx/>
      <a:buFontTx/>
      <a:buNone/>
      <a:tabLst/>
      <a:defRPr sz="1000" kern="1200">
        <a:solidFill>
          <a:schemeClr val="tx1"/>
        </a:solidFill>
        <a:latin typeface="Helvetica 75 Bold" panose="020B0804020202020204" pitchFamily="34" charset="0"/>
        <a:ea typeface="+mn-ea"/>
        <a:cs typeface="+mn-cs"/>
      </a:defRPr>
    </a:lvl1pPr>
    <a:lvl2pPr marL="230188" marR="0" indent="-13811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sz="1000" kern="1200">
        <a:solidFill>
          <a:schemeClr val="tx1"/>
        </a:solidFill>
        <a:latin typeface="Helvetica 75 Bold" panose="020B0804020202020204" pitchFamily="34" charset="0"/>
        <a:ea typeface="+mn-ea"/>
        <a:cs typeface="+mn-cs"/>
      </a:defRPr>
    </a:lvl2pPr>
    <a:lvl3pPr marL="360363" marR="0" indent="-147638"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3pPr>
    <a:lvl4pPr marL="522288" marR="0" indent="-138113"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4pPr>
    <a:lvl5pPr marL="668338" marR="0" indent="-146050" algn="l" defTabSz="914400" rtl="0" eaLnBrk="1" fontAlgn="auto" latinLnBrk="0" hangingPunct="1">
      <a:lnSpc>
        <a:spcPct val="100000"/>
      </a:lnSpc>
      <a:spcBef>
        <a:spcPts val="0"/>
      </a:spcBef>
      <a:spcAft>
        <a:spcPts val="0"/>
      </a:spcAft>
      <a:buClrTx/>
      <a:buSzTx/>
      <a:buFont typeface="Helvetica 55 Roman" panose="020B0604020202020204" pitchFamily="34" charset="0"/>
      <a:buChar char="–"/>
      <a:tabLst/>
      <a:defRPr sz="1000" kern="1200">
        <a:solidFill>
          <a:schemeClr val="tx1"/>
        </a:solidFill>
        <a:latin typeface="Helvetica 75 Bold" panose="020B08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5932DF-9606-4758-A2B5-AF1153FB1ABB}" type="slidenum">
              <a:rPr kumimoji="0" lang="en-GB" sz="1200" b="0" i="0" u="none" strike="noStrike" kern="1200" cap="none" spc="0" normalizeH="0" baseline="0" noProof="0" smtClean="0">
                <a:ln>
                  <a:noFill/>
                </a:ln>
                <a:solidFill>
                  <a:prstClr val="black"/>
                </a:solidFill>
                <a:effectLst/>
                <a:uLnTx/>
                <a:uFillTx/>
                <a:latin typeface="Helvetica 55 Roman"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Helvetica 55 Roman" panose="020B0604020202020204" pitchFamily="34" charset="0"/>
              <a:ea typeface="+mn-ea"/>
              <a:cs typeface="+mn-cs"/>
            </a:endParaRPr>
          </a:p>
        </p:txBody>
      </p:sp>
    </p:spTree>
    <p:extLst>
      <p:ext uri="{BB962C8B-B14F-4D97-AF65-F5344CB8AC3E}">
        <p14:creationId xmlns:p14="http://schemas.microsoft.com/office/powerpoint/2010/main" val="711799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340BDD8B-B327-401B-BC18-6AA963A3175D}" type="slidenum">
              <a:rPr kumimoji="0" lang="en-GB" sz="1300" b="0" i="0" u="none" strike="noStrike" kern="1200" cap="none" spc="0" normalizeH="0" baseline="0" noProof="0">
                <a:ln>
                  <a:noFill/>
                </a:ln>
                <a:solidFill>
                  <a:prstClr val="black"/>
                </a:solidFill>
                <a:effectLst/>
                <a:uLnTx/>
                <a:uFillTx/>
                <a:latin typeface="Helvetica 75 Bold" panose="020B0804020202020204" pitchFamily="34" charset="0"/>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17</a:t>
            </a:fld>
            <a:endParaRPr kumimoji="0" lang="en-GB" sz="1300" b="0" i="0" u="none" strike="noStrike" kern="1200" cap="none" spc="0" normalizeH="0" baseline="0" noProof="0" dirty="0">
              <a:ln>
                <a:noFill/>
              </a:ln>
              <a:solidFill>
                <a:prstClr val="black"/>
              </a:solidFill>
              <a:effectLst/>
              <a:uLnTx/>
              <a:uFillTx/>
              <a:latin typeface="Helvetica 75 Bold" panose="020B0804020202020204" pitchFamily="34" charset="0"/>
              <a:ea typeface="+mn-ea"/>
              <a:cs typeface="+mn-cs"/>
            </a:endParaRPr>
          </a:p>
        </p:txBody>
      </p:sp>
    </p:spTree>
    <p:extLst>
      <p:ext uri="{BB962C8B-B14F-4D97-AF65-F5344CB8AC3E}">
        <p14:creationId xmlns:p14="http://schemas.microsoft.com/office/powerpoint/2010/main" val="520686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85932DF-9606-4758-A2B5-AF1153FB1ABB}" type="slidenum">
              <a:rPr lang="en-GB" smtClean="0"/>
              <a:pPr/>
              <a:t>28</a:t>
            </a:fld>
            <a:endParaRPr lang="en-GB" dirty="0"/>
          </a:p>
        </p:txBody>
      </p:sp>
    </p:spTree>
    <p:extLst>
      <p:ext uri="{BB962C8B-B14F-4D97-AF65-F5344CB8AC3E}">
        <p14:creationId xmlns:p14="http://schemas.microsoft.com/office/powerpoint/2010/main" val="177446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85932DF-9606-4758-A2B5-AF1153FB1ABB}" type="slidenum">
              <a:rPr lang="en-GB" smtClean="0"/>
              <a:pPr/>
              <a:t>29</a:t>
            </a:fld>
            <a:endParaRPr lang="en-GB" dirty="0"/>
          </a:p>
        </p:txBody>
      </p:sp>
    </p:spTree>
    <p:extLst>
      <p:ext uri="{BB962C8B-B14F-4D97-AF65-F5344CB8AC3E}">
        <p14:creationId xmlns:p14="http://schemas.microsoft.com/office/powerpoint/2010/main" val="197307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tic_Blank">
    <p:spTree>
      <p:nvGrpSpPr>
        <p:cNvPr id="1" name=""/>
        <p:cNvGrpSpPr/>
        <p:nvPr/>
      </p:nvGrpSpPr>
      <p:grpSpPr>
        <a:xfrm>
          <a:off x="0" y="0"/>
          <a:ext cx="0" cy="0"/>
          <a:chOff x="0" y="0"/>
          <a:chExt cx="0" cy="0"/>
        </a:xfrm>
      </p:grpSpPr>
      <p:sp>
        <p:nvSpPr>
          <p:cNvPr id="2" name="Text Placeholder"/>
          <p:cNvSpPr>
            <a:spLocks noGrp="1"/>
          </p:cNvSpPr>
          <p:nvPr>
            <p:ph type="ctrTitle" hasCustomPrompt="1"/>
          </p:nvPr>
        </p:nvSpPr>
        <p:spPr>
          <a:xfrm>
            <a:off x="569913" y="858838"/>
            <a:ext cx="3144837" cy="1714499"/>
          </a:xfrm>
        </p:spPr>
        <p:txBody>
          <a:bodyPr>
            <a:noAutofit/>
          </a:bodyPr>
          <a:lstStyle>
            <a:lvl1pPr algn="l">
              <a:lnSpc>
                <a:spcPct val="85000"/>
              </a:lnSpc>
              <a:defRPr sz="4000" baseline="0">
                <a:solidFill>
                  <a:schemeClr val="accent1"/>
                </a:solidFill>
              </a:defRPr>
            </a:lvl1pPr>
          </a:lstStyle>
          <a:p>
            <a:r>
              <a:rPr lang="en-US"/>
              <a:t>Edit title</a:t>
            </a:r>
            <a:endParaRPr lang="en-GB"/>
          </a:p>
        </p:txBody>
      </p:sp>
      <p:sp>
        <p:nvSpPr>
          <p:cNvPr id="17" name="Text Placeholder"/>
          <p:cNvSpPr>
            <a:spLocks noGrp="1"/>
          </p:cNvSpPr>
          <p:nvPr>
            <p:ph type="body" sz="quarter" idx="16" hasCustomPrompt="1"/>
          </p:nvPr>
        </p:nvSpPr>
        <p:spPr>
          <a:xfrm>
            <a:off x="569913" y="2860675"/>
            <a:ext cx="3144837" cy="565149"/>
          </a:xfrm>
        </p:spPr>
        <p:txBody>
          <a:bodyPr/>
          <a:lstStyle>
            <a:lvl1pPr>
              <a:defRPr/>
            </a:lvl1pPr>
          </a:lstStyle>
          <a:p>
            <a:pPr lvl="0"/>
            <a:r>
              <a:rPr lang="en-US"/>
              <a:t>Edit text</a:t>
            </a:r>
          </a:p>
          <a:p>
            <a:pPr lvl="1"/>
            <a:r>
              <a:rPr lang="en-US"/>
              <a:t>Second level</a:t>
            </a:r>
          </a:p>
        </p:txBody>
      </p:sp>
      <p:sp>
        <p:nvSpPr>
          <p:cNvPr id="3" name="Picture Placeholder">
            <a:extLst>
              <a:ext uri="{FF2B5EF4-FFF2-40B4-BE49-F238E27FC236}">
                <a16:creationId xmlns:a16="http://schemas.microsoft.com/office/drawing/2014/main" id="{8CA815C6-096D-79C2-1C75-DE29165472D5}"/>
              </a:ext>
            </a:extLst>
          </p:cNvPr>
          <p:cNvSpPr>
            <a:spLocks noGrp="1" noChangeAspect="1"/>
          </p:cNvSpPr>
          <p:nvPr>
            <p:ph type="pic" sz="quarter" idx="17"/>
          </p:nvPr>
        </p:nvSpPr>
        <p:spPr>
          <a:xfrm>
            <a:off x="4572001" y="571500"/>
            <a:ext cx="4284662" cy="4000500"/>
          </a:xfrm>
          <a:noFill/>
          <a:ln>
            <a:noFill/>
          </a:ln>
        </p:spPr>
        <p:txBody>
          <a:bodyPr/>
          <a:lstStyle>
            <a:lvl1pPr>
              <a:defRPr>
                <a:noFill/>
              </a:defRPr>
            </a:lvl1pPr>
          </a:lstStyle>
          <a:p>
            <a:r>
              <a:rPr lang="en-GB" dirty="0"/>
              <a:t>Click icon to add picture</a:t>
            </a:r>
            <a:endParaRPr lang="fr-FR" dirty="0"/>
          </a:p>
        </p:txBody>
      </p:sp>
      <p:grpSp>
        <p:nvGrpSpPr>
          <p:cNvPr id="4" name="Logo">
            <a:extLst>
              <a:ext uri="{FF2B5EF4-FFF2-40B4-BE49-F238E27FC236}">
                <a16:creationId xmlns:a16="http://schemas.microsoft.com/office/drawing/2014/main" id="{CEB20CFC-BE20-80BA-00EF-AF52167471BB}"/>
              </a:ext>
            </a:extLst>
          </p:cNvPr>
          <p:cNvGrpSpPr>
            <a:grpSpLocks/>
          </p:cNvGrpSpPr>
          <p:nvPr userDrawn="1"/>
        </p:nvGrpSpPr>
        <p:grpSpPr>
          <a:xfrm>
            <a:off x="576581" y="4289425"/>
            <a:ext cx="1331124" cy="279691"/>
            <a:chOff x="569913" y="4057650"/>
            <a:chExt cx="2447925" cy="514350"/>
          </a:xfrm>
        </p:grpSpPr>
        <p:sp>
          <p:nvSpPr>
            <p:cNvPr id="5" name="Freeform 5">
              <a:extLst>
                <a:ext uri="{FF2B5EF4-FFF2-40B4-BE49-F238E27FC236}">
                  <a16:creationId xmlns:a16="http://schemas.microsoft.com/office/drawing/2014/main" id="{7EBC9358-B7B1-E571-2F2E-D16787576F6A}"/>
                </a:ext>
              </a:extLst>
            </p:cNvPr>
            <p:cNvSpPr>
              <a:spLocks/>
            </p:cNvSpPr>
            <p:nvPr userDrawn="1"/>
          </p:nvSpPr>
          <p:spPr bwMode="auto">
            <a:xfrm>
              <a:off x="1243013" y="4160838"/>
              <a:ext cx="257175" cy="307975"/>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6" name="Freeform 6">
              <a:extLst>
                <a:ext uri="{FF2B5EF4-FFF2-40B4-BE49-F238E27FC236}">
                  <a16:creationId xmlns:a16="http://schemas.microsoft.com/office/drawing/2014/main" id="{2DBD2765-293D-17EC-5763-9F1A5CEFE5B5}"/>
                </a:ext>
              </a:extLst>
            </p:cNvPr>
            <p:cNvSpPr>
              <a:spLocks/>
            </p:cNvSpPr>
            <p:nvPr userDrawn="1"/>
          </p:nvSpPr>
          <p:spPr bwMode="auto">
            <a:xfrm>
              <a:off x="1531938" y="4244975"/>
              <a:ext cx="209550" cy="23018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7" name="Freeform 7">
              <a:extLst>
                <a:ext uri="{FF2B5EF4-FFF2-40B4-BE49-F238E27FC236}">
                  <a16:creationId xmlns:a16="http://schemas.microsoft.com/office/drawing/2014/main" id="{33DC012D-7665-C6A6-BCA3-BC9B15D6E812}"/>
                </a:ext>
              </a:extLst>
            </p:cNvPr>
            <p:cNvSpPr>
              <a:spLocks/>
            </p:cNvSpPr>
            <p:nvPr userDrawn="1"/>
          </p:nvSpPr>
          <p:spPr bwMode="auto">
            <a:xfrm>
              <a:off x="1770063" y="4238625"/>
              <a:ext cx="206375" cy="236538"/>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8" name="Freeform 8">
              <a:extLst>
                <a:ext uri="{FF2B5EF4-FFF2-40B4-BE49-F238E27FC236}">
                  <a16:creationId xmlns:a16="http://schemas.microsoft.com/office/drawing/2014/main" id="{75657591-7B63-964B-6545-4EC2F804F944}"/>
                </a:ext>
              </a:extLst>
            </p:cNvPr>
            <p:cNvSpPr>
              <a:spLocks/>
            </p:cNvSpPr>
            <p:nvPr userDrawn="1"/>
          </p:nvSpPr>
          <p:spPr bwMode="auto">
            <a:xfrm>
              <a:off x="2008188" y="4160838"/>
              <a:ext cx="60325" cy="307975"/>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9" name="Freeform 9">
              <a:extLst>
                <a:ext uri="{FF2B5EF4-FFF2-40B4-BE49-F238E27FC236}">
                  <a16:creationId xmlns:a16="http://schemas.microsoft.com/office/drawing/2014/main" id="{A9F3B572-FA84-D670-9AA5-808CD0D7ED17}"/>
                </a:ext>
              </a:extLst>
            </p:cNvPr>
            <p:cNvSpPr>
              <a:spLocks/>
            </p:cNvSpPr>
            <p:nvPr userDrawn="1"/>
          </p:nvSpPr>
          <p:spPr bwMode="auto">
            <a:xfrm>
              <a:off x="2109788" y="4238625"/>
              <a:ext cx="209550" cy="23018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0" name="Freeform 10">
              <a:extLst>
                <a:ext uri="{FF2B5EF4-FFF2-40B4-BE49-F238E27FC236}">
                  <a16:creationId xmlns:a16="http://schemas.microsoft.com/office/drawing/2014/main" id="{FA632F66-C139-515E-0235-D38DC0664D7D}"/>
                </a:ext>
              </a:extLst>
            </p:cNvPr>
            <p:cNvSpPr>
              <a:spLocks/>
            </p:cNvSpPr>
            <p:nvPr userDrawn="1"/>
          </p:nvSpPr>
          <p:spPr bwMode="auto">
            <a:xfrm>
              <a:off x="2347913" y="4238625"/>
              <a:ext cx="222250" cy="236538"/>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1" name="Freeform 11">
              <a:extLst>
                <a:ext uri="{FF2B5EF4-FFF2-40B4-BE49-F238E27FC236}">
                  <a16:creationId xmlns:a16="http://schemas.microsoft.com/office/drawing/2014/main" id="{15164228-0E2C-5D1D-37E4-CC340F787AFA}"/>
                </a:ext>
              </a:extLst>
            </p:cNvPr>
            <p:cNvSpPr>
              <a:spLocks/>
            </p:cNvSpPr>
            <p:nvPr userDrawn="1"/>
          </p:nvSpPr>
          <p:spPr bwMode="auto">
            <a:xfrm>
              <a:off x="2586038"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2" name="Freeform 12">
              <a:extLst>
                <a:ext uri="{FF2B5EF4-FFF2-40B4-BE49-F238E27FC236}">
                  <a16:creationId xmlns:a16="http://schemas.microsoft.com/office/drawing/2014/main" id="{AA96324F-EC38-76C8-D399-CBF7D8762F1B}"/>
                </a:ext>
              </a:extLst>
            </p:cNvPr>
            <p:cNvSpPr>
              <a:spLocks/>
            </p:cNvSpPr>
            <p:nvPr userDrawn="1"/>
          </p:nvSpPr>
          <p:spPr bwMode="auto">
            <a:xfrm>
              <a:off x="2811463"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3" name="Rectangle 13">
              <a:extLst>
                <a:ext uri="{FF2B5EF4-FFF2-40B4-BE49-F238E27FC236}">
                  <a16:creationId xmlns:a16="http://schemas.microsoft.com/office/drawing/2014/main" id="{56CC1BA6-E451-8404-4B27-C1011745ABCB}"/>
                </a:ext>
              </a:extLst>
            </p:cNvPr>
            <p:cNvSpPr>
              <a:spLocks/>
            </p:cNvSpPr>
            <p:nvPr userDrawn="1"/>
          </p:nvSpPr>
          <p:spPr bwMode="auto">
            <a:xfrm>
              <a:off x="569913" y="4057650"/>
              <a:ext cx="514350" cy="514350"/>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4" name="Freeform 14">
              <a:extLst>
                <a:ext uri="{FF2B5EF4-FFF2-40B4-BE49-F238E27FC236}">
                  <a16:creationId xmlns:a16="http://schemas.microsoft.com/office/drawing/2014/main" id="{F0D82042-5803-BED8-0AEC-7F111EED587A}"/>
                </a:ext>
              </a:extLst>
            </p:cNvPr>
            <p:cNvSpPr>
              <a:spLocks/>
            </p:cNvSpPr>
            <p:nvPr userDrawn="1"/>
          </p:nvSpPr>
          <p:spPr bwMode="auto">
            <a:xfrm>
              <a:off x="727076" y="4454525"/>
              <a:ext cx="63500" cy="74613"/>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5" name="Freeform 15">
              <a:extLst>
                <a:ext uri="{FF2B5EF4-FFF2-40B4-BE49-F238E27FC236}">
                  <a16:creationId xmlns:a16="http://schemas.microsoft.com/office/drawing/2014/main" id="{1FEF518F-4C8F-15BD-FBA6-0A9BD592650D}"/>
                </a:ext>
              </a:extLst>
            </p:cNvPr>
            <p:cNvSpPr>
              <a:spLocks/>
            </p:cNvSpPr>
            <p:nvPr userDrawn="1"/>
          </p:nvSpPr>
          <p:spPr bwMode="auto">
            <a:xfrm>
              <a:off x="806451" y="4454525"/>
              <a:ext cx="63500" cy="73025"/>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6" name="Freeform 16">
              <a:extLst>
                <a:ext uri="{FF2B5EF4-FFF2-40B4-BE49-F238E27FC236}">
                  <a16:creationId xmlns:a16="http://schemas.microsoft.com/office/drawing/2014/main" id="{42BBA551-7551-01BD-54B4-8A5FAEDEE74A}"/>
                </a:ext>
              </a:extLst>
            </p:cNvPr>
            <p:cNvSpPr>
              <a:spLocks/>
            </p:cNvSpPr>
            <p:nvPr userDrawn="1"/>
          </p:nvSpPr>
          <p:spPr bwMode="auto">
            <a:xfrm>
              <a:off x="960438" y="4454525"/>
              <a:ext cx="66675" cy="74613"/>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8" name="Freeform 17">
              <a:extLst>
                <a:ext uri="{FF2B5EF4-FFF2-40B4-BE49-F238E27FC236}">
                  <a16:creationId xmlns:a16="http://schemas.microsoft.com/office/drawing/2014/main" id="{DBE0E73D-0252-EFE2-16AD-F203B279FBB9}"/>
                </a:ext>
              </a:extLst>
            </p:cNvPr>
            <p:cNvSpPr>
              <a:spLocks/>
            </p:cNvSpPr>
            <p:nvPr userDrawn="1"/>
          </p:nvSpPr>
          <p:spPr bwMode="auto">
            <a:xfrm>
              <a:off x="598488" y="4454525"/>
              <a:ext cx="69850" cy="762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9" name="Freeform 18">
              <a:extLst>
                <a:ext uri="{FF2B5EF4-FFF2-40B4-BE49-F238E27FC236}">
                  <a16:creationId xmlns:a16="http://schemas.microsoft.com/office/drawing/2014/main" id="{1A623264-2D7D-7D19-8686-483AF6458DA0}"/>
                </a:ext>
              </a:extLst>
            </p:cNvPr>
            <p:cNvSpPr>
              <a:spLocks/>
            </p:cNvSpPr>
            <p:nvPr userDrawn="1"/>
          </p:nvSpPr>
          <p:spPr bwMode="auto">
            <a:xfrm>
              <a:off x="681038" y="4454525"/>
              <a:ext cx="41275" cy="74613"/>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20" name="Freeform 19">
              <a:extLst>
                <a:ext uri="{FF2B5EF4-FFF2-40B4-BE49-F238E27FC236}">
                  <a16:creationId xmlns:a16="http://schemas.microsoft.com/office/drawing/2014/main" id="{C254A562-3321-BF5E-D15C-4DA1E1B885D0}"/>
                </a:ext>
              </a:extLst>
            </p:cNvPr>
            <p:cNvSpPr>
              <a:spLocks/>
            </p:cNvSpPr>
            <p:nvPr userDrawn="1"/>
          </p:nvSpPr>
          <p:spPr bwMode="auto">
            <a:xfrm>
              <a:off x="882651" y="4454525"/>
              <a:ext cx="66675" cy="101600"/>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21" name="Freeform 20">
              <a:extLst>
                <a:ext uri="{FF2B5EF4-FFF2-40B4-BE49-F238E27FC236}">
                  <a16:creationId xmlns:a16="http://schemas.microsoft.com/office/drawing/2014/main" id="{E4198035-29EC-A577-A1DB-3CE1D0A59556}"/>
                </a:ext>
              </a:extLst>
            </p:cNvPr>
            <p:cNvSpPr>
              <a:spLocks/>
            </p:cNvSpPr>
            <p:nvPr userDrawn="1"/>
          </p:nvSpPr>
          <p:spPr bwMode="auto">
            <a:xfrm>
              <a:off x="1016001" y="4429125"/>
              <a:ext cx="49213" cy="2381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Helvetica 75 Bold"/>
                <a:ea typeface="+mn-ea"/>
                <a:cs typeface="+mn-cs"/>
              </a:endParaRPr>
            </a:p>
          </p:txBody>
        </p:sp>
      </p:grpSp>
    </p:spTree>
    <p:extLst>
      <p:ext uri="{BB962C8B-B14F-4D97-AF65-F5344CB8AC3E}">
        <p14:creationId xmlns:p14="http://schemas.microsoft.com/office/powerpoint/2010/main" val="364900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569913" y="1430338"/>
            <a:ext cx="8001001" cy="3138485"/>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569913" y="571500"/>
            <a:ext cx="8001001" cy="569913"/>
          </a:xfrm>
        </p:spPr>
        <p:txBody>
          <a:bodyPr/>
          <a:lstStyle>
            <a:lvl1pPr>
              <a:defRPr/>
            </a:lvl1pPr>
          </a:lstStyle>
          <a:p>
            <a:r>
              <a:rPr lang="en-US"/>
              <a:t>Edit title</a:t>
            </a:r>
            <a:endParaRPr lang="en-GB"/>
          </a:p>
        </p:txBody>
      </p:sp>
      <p:sp>
        <p:nvSpPr>
          <p:cNvPr id="4" name="Text Placeholder">
            <a:extLst>
              <a:ext uri="{FF2B5EF4-FFF2-40B4-BE49-F238E27FC236}">
                <a16:creationId xmlns:a16="http://schemas.microsoft.com/office/drawing/2014/main" id="{66AA94D2-802F-C21F-3BB0-BDE853B80242}"/>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5" name="Text Placeholder">
            <a:extLst>
              <a:ext uri="{FF2B5EF4-FFF2-40B4-BE49-F238E27FC236}">
                <a16:creationId xmlns:a16="http://schemas.microsoft.com/office/drawing/2014/main" id="{12E64E7E-8EAF-BCF9-84FE-BA1CC30BFE8F}"/>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356225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 Photo">
    <p:spTree>
      <p:nvGrpSpPr>
        <p:cNvPr id="1" name=""/>
        <p:cNvGrpSpPr/>
        <p:nvPr/>
      </p:nvGrpSpPr>
      <p:grpSpPr>
        <a:xfrm>
          <a:off x="0" y="0"/>
          <a:ext cx="0" cy="0"/>
          <a:chOff x="0" y="0"/>
          <a:chExt cx="0" cy="0"/>
        </a:xfrm>
      </p:grpSpPr>
      <p:sp>
        <p:nvSpPr>
          <p:cNvPr id="3" name="Content Placeholder"/>
          <p:cNvSpPr>
            <a:spLocks noGrp="1"/>
          </p:cNvSpPr>
          <p:nvPr>
            <p:ph sz="half" idx="1" hasCustomPrompt="1"/>
          </p:nvPr>
        </p:nvSpPr>
        <p:spPr>
          <a:xfrm>
            <a:off x="569913" y="1430338"/>
            <a:ext cx="3714750" cy="3138485"/>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7" name="Text Placeholder"/>
          <p:cNvSpPr>
            <a:spLocks noGrp="1"/>
          </p:cNvSpPr>
          <p:nvPr>
            <p:ph type="title" hasCustomPrompt="1"/>
          </p:nvPr>
        </p:nvSpPr>
        <p:spPr>
          <a:xfrm>
            <a:off x="569914" y="571500"/>
            <a:ext cx="3714750" cy="569912"/>
          </a:xfrm>
        </p:spPr>
        <p:txBody>
          <a:bodyPr/>
          <a:lstStyle>
            <a:lvl1pPr>
              <a:defRPr/>
            </a:lvl1pPr>
          </a:lstStyle>
          <a:p>
            <a:r>
              <a:rPr lang="en-US"/>
              <a:t>Edit title</a:t>
            </a:r>
            <a:endParaRPr lang="en-GB"/>
          </a:p>
        </p:txBody>
      </p:sp>
      <p:sp>
        <p:nvSpPr>
          <p:cNvPr id="6" name="Text Placeholder">
            <a:extLst>
              <a:ext uri="{FF2B5EF4-FFF2-40B4-BE49-F238E27FC236}">
                <a16:creationId xmlns:a16="http://schemas.microsoft.com/office/drawing/2014/main" id="{1C35A094-4EC9-F59B-6F61-D183C4BDF04C}"/>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8" name="Text Placeholder">
            <a:extLst>
              <a:ext uri="{FF2B5EF4-FFF2-40B4-BE49-F238E27FC236}">
                <a16:creationId xmlns:a16="http://schemas.microsoft.com/office/drawing/2014/main" id="{AA9589BE-3832-12D7-3E44-08F8E332B52D}"/>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
        <p:nvSpPr>
          <p:cNvPr id="2" name="Picture Placeholder">
            <a:extLst>
              <a:ext uri="{FF2B5EF4-FFF2-40B4-BE49-F238E27FC236}">
                <a16:creationId xmlns:a16="http://schemas.microsoft.com/office/drawing/2014/main" id="{1B2C077B-0D69-4986-6C8A-01DD7977DB49}"/>
              </a:ext>
            </a:extLst>
          </p:cNvPr>
          <p:cNvSpPr>
            <a:spLocks noGrp="1" noChangeAspect="1"/>
          </p:cNvSpPr>
          <p:nvPr>
            <p:ph type="pic" sz="quarter" idx="17"/>
          </p:nvPr>
        </p:nvSpPr>
        <p:spPr>
          <a:xfrm>
            <a:off x="4572001" y="571500"/>
            <a:ext cx="4284662" cy="4000500"/>
          </a:xfrm>
          <a:noFill/>
          <a:ln>
            <a:noFill/>
          </a:ln>
        </p:spPr>
        <p:txBody>
          <a:bodyPr/>
          <a:lstStyle>
            <a:lvl1pPr>
              <a:defRPr>
                <a:noFill/>
              </a:defRPr>
            </a:lvl1pPr>
          </a:lstStyle>
          <a:p>
            <a:r>
              <a:rPr lang="en-GB" dirty="0"/>
              <a:t>Click icon to add picture</a:t>
            </a:r>
            <a:endParaRPr lang="fr-FR" dirty="0"/>
          </a:p>
        </p:txBody>
      </p:sp>
    </p:spTree>
    <p:extLst>
      <p:ext uri="{BB962C8B-B14F-4D97-AF65-F5344CB8AC3E}">
        <p14:creationId xmlns:p14="http://schemas.microsoft.com/office/powerpoint/2010/main" val="393374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Content Placeholder"/>
          <p:cNvSpPr>
            <a:spLocks noGrp="1"/>
          </p:cNvSpPr>
          <p:nvPr>
            <p:ph sz="half" idx="1" hasCustomPrompt="1"/>
          </p:nvPr>
        </p:nvSpPr>
        <p:spPr>
          <a:xfrm>
            <a:off x="569913" y="1430338"/>
            <a:ext cx="3714750" cy="3141663"/>
          </a:xfrm>
        </p:spPr>
        <p:txBody>
          <a:bodyPr>
            <a:normAutofit/>
          </a:bodyPr>
          <a:lstStyle>
            <a:lvl1pPr>
              <a:defRPr sz="1400" baseline="0"/>
            </a:lvl1pPr>
            <a:lvl2pPr>
              <a:defRPr sz="1400" baseline="0">
                <a:solidFill>
                  <a:schemeClr val="tx1"/>
                </a:solidFill>
              </a:defRPr>
            </a:lvl2pPr>
            <a:lvl3pPr>
              <a:defRPr sz="1400" baseline="0">
                <a:solidFill>
                  <a:schemeClr val="tx1"/>
                </a:solidFill>
              </a:defRPr>
            </a:lvl3pPr>
            <a:lvl4pPr>
              <a:defRPr sz="1400" baseline="0">
                <a:solidFill>
                  <a:schemeClr val="tx1"/>
                </a:solidFill>
              </a:defRPr>
            </a:lvl4pPr>
            <a:lvl5pPr>
              <a:defRPr sz="1400" baseline="0">
                <a:solidFill>
                  <a:schemeClr val="tx1"/>
                </a:solidFill>
              </a:defRPr>
            </a:lvl5pPr>
            <a:lvl6pPr>
              <a:defRPr sz="1400"/>
            </a:lvl6pPr>
            <a:lvl7pPr>
              <a:defRPr sz="1800"/>
            </a:lvl7pPr>
            <a:lvl8pPr>
              <a:defRPr sz="1800"/>
            </a:lvl8pPr>
            <a:lvl9pPr>
              <a:defRPr sz="18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4" name="Content Placeholder"/>
          <p:cNvSpPr>
            <a:spLocks noGrp="1"/>
          </p:cNvSpPr>
          <p:nvPr>
            <p:ph sz="half" idx="2" hasCustomPrompt="1"/>
          </p:nvPr>
        </p:nvSpPr>
        <p:spPr>
          <a:xfrm>
            <a:off x="4857750" y="1430338"/>
            <a:ext cx="3713163" cy="3141663"/>
          </a:xfrm>
        </p:spPr>
        <p:txBody>
          <a:bodyPr>
            <a:normAutofit/>
          </a:bodyPr>
          <a:lstStyle>
            <a:lvl1pPr>
              <a:defRPr sz="1400"/>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vl6pPr>
              <a:defRPr sz="1400"/>
            </a:lvl6pPr>
            <a:lvl7pPr>
              <a:defRPr sz="1800"/>
            </a:lvl7pPr>
            <a:lvl8pPr>
              <a:defRPr sz="1800"/>
            </a:lvl8pPr>
            <a:lvl9pPr>
              <a:defRPr sz="1800"/>
            </a:lvl9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US"/>
              <a:t>Sixth level</a:t>
            </a:r>
            <a:endParaRPr lang="en-GB"/>
          </a:p>
        </p:txBody>
      </p:sp>
      <p:sp>
        <p:nvSpPr>
          <p:cNvPr id="7" name="Text Placeholder"/>
          <p:cNvSpPr>
            <a:spLocks noGrp="1"/>
          </p:cNvSpPr>
          <p:nvPr>
            <p:ph type="title" hasCustomPrompt="1"/>
          </p:nvPr>
        </p:nvSpPr>
        <p:spPr>
          <a:xfrm>
            <a:off x="569913" y="571500"/>
            <a:ext cx="8008937" cy="569912"/>
          </a:xfrm>
        </p:spPr>
        <p:txBody>
          <a:bodyPr/>
          <a:lstStyle>
            <a:lvl1pPr>
              <a:defRPr/>
            </a:lvl1pPr>
          </a:lstStyle>
          <a:p>
            <a:r>
              <a:rPr lang="en-US"/>
              <a:t>Edit title</a:t>
            </a:r>
            <a:endParaRPr lang="en-GB"/>
          </a:p>
        </p:txBody>
      </p:sp>
      <p:sp>
        <p:nvSpPr>
          <p:cNvPr id="6" name="Text Placeholder">
            <a:extLst>
              <a:ext uri="{FF2B5EF4-FFF2-40B4-BE49-F238E27FC236}">
                <a16:creationId xmlns:a16="http://schemas.microsoft.com/office/drawing/2014/main" id="{1C35A094-4EC9-F59B-6F61-D183C4BDF04C}"/>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8" name="Text Placeholder">
            <a:extLst>
              <a:ext uri="{FF2B5EF4-FFF2-40B4-BE49-F238E27FC236}">
                <a16:creationId xmlns:a16="http://schemas.microsoft.com/office/drawing/2014/main" id="{AA9589BE-3832-12D7-3E44-08F8E332B52D}"/>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240223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5" name="Content Placeholder"/>
          <p:cNvSpPr>
            <a:spLocks noGrp="1"/>
          </p:cNvSpPr>
          <p:nvPr>
            <p:ph idx="1" hasCustomPrompt="1"/>
          </p:nvPr>
        </p:nvSpPr>
        <p:spPr>
          <a:xfrm>
            <a:off x="569914" y="571500"/>
            <a:ext cx="8001000" cy="3997325"/>
          </a:xfrm>
        </p:spPr>
        <p:txBody>
          <a:bodyPr/>
          <a:lstStyle>
            <a:lvl1pPr>
              <a:spcBef>
                <a:spcPts val="0"/>
              </a:spcBef>
              <a:defRPr sz="2800"/>
            </a:lvl1pPr>
            <a:lvl2pPr marL="361950" indent="-361950">
              <a:spcBef>
                <a:spcPts val="0"/>
              </a:spcBef>
              <a:buClrTx/>
              <a:buSzPct val="100000"/>
              <a:buFont typeface="+mj-lt"/>
              <a:buAutoNum type="arabicPeriod"/>
              <a:defRPr sz="2800"/>
            </a:lvl2pPr>
            <a:lvl3pPr>
              <a:defRPr sz="1800"/>
            </a:lvl3pPr>
            <a:lvl4pPr>
              <a:defRPr sz="1800"/>
            </a:lvl4pPr>
            <a:lvl5pPr>
              <a:defRPr sz="1800"/>
            </a:lvl5pPr>
          </a:lstStyle>
          <a:p>
            <a:pPr lvl="0"/>
            <a:r>
              <a:rPr lang="en-US"/>
              <a:t>Edit text</a:t>
            </a:r>
          </a:p>
          <a:p>
            <a:pPr lvl="1"/>
            <a:r>
              <a:rPr lang="en-US"/>
              <a:t>Second level</a:t>
            </a:r>
          </a:p>
        </p:txBody>
      </p:sp>
      <p:sp>
        <p:nvSpPr>
          <p:cNvPr id="4" name="Text Placeholder">
            <a:extLst>
              <a:ext uri="{FF2B5EF4-FFF2-40B4-BE49-F238E27FC236}">
                <a16:creationId xmlns:a16="http://schemas.microsoft.com/office/drawing/2014/main" id="{2B13E345-3FE8-256F-AEF3-9E7EF5959DFA}"/>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 name="Text Placeholder">
            <a:extLst>
              <a:ext uri="{FF2B5EF4-FFF2-40B4-BE49-F238E27FC236}">
                <a16:creationId xmlns:a16="http://schemas.microsoft.com/office/drawing/2014/main" id="{E06A69BC-E98A-8E2F-A8E1-31145D4E8FD6}"/>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3810724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8" name="Text Placeholder"/>
          <p:cNvSpPr>
            <a:spLocks noGrp="1"/>
          </p:cNvSpPr>
          <p:nvPr>
            <p:ph type="body" sz="quarter" idx="12" hasCustomPrompt="1"/>
          </p:nvPr>
        </p:nvSpPr>
        <p:spPr>
          <a:xfrm>
            <a:off x="569913" y="571500"/>
            <a:ext cx="8001001" cy="3997325"/>
          </a:xfrm>
        </p:spPr>
        <p:txBody>
          <a:bodyPr>
            <a:normAutofit/>
          </a:bodyPr>
          <a:lstStyle>
            <a:lvl1pPr>
              <a:lnSpc>
                <a:spcPct val="90000"/>
              </a:lnSpc>
              <a:spcBef>
                <a:spcPts val="0"/>
              </a:spcBef>
              <a:buNone/>
              <a:defRPr sz="2800" baseline="0"/>
            </a:lvl1pPr>
            <a:lvl2pPr>
              <a:lnSpc>
                <a:spcPct val="90000"/>
              </a:lnSpc>
              <a:spcBef>
                <a:spcPts val="0"/>
              </a:spcBef>
              <a:defRPr sz="2800"/>
            </a:lvl2pPr>
            <a:lvl3pPr>
              <a:defRPr sz="5500"/>
            </a:lvl3pPr>
            <a:lvl4pPr>
              <a:defRPr sz="5500"/>
            </a:lvl4pPr>
            <a:lvl5pPr>
              <a:defRPr sz="5500"/>
            </a:lvl5pPr>
          </a:lstStyle>
          <a:p>
            <a:pPr lvl="0"/>
            <a:r>
              <a:rPr lang="en-US"/>
              <a:t>Edit text</a:t>
            </a:r>
          </a:p>
          <a:p>
            <a:pPr lvl="1"/>
            <a:r>
              <a:rPr lang="en-US"/>
              <a:t>Second level</a:t>
            </a:r>
          </a:p>
        </p:txBody>
      </p:sp>
      <p:sp>
        <p:nvSpPr>
          <p:cNvPr id="4" name="Text Placeholder">
            <a:extLst>
              <a:ext uri="{FF2B5EF4-FFF2-40B4-BE49-F238E27FC236}">
                <a16:creationId xmlns:a16="http://schemas.microsoft.com/office/drawing/2014/main" id="{3A798FC2-CA0F-BE30-38C1-60CB88137026}"/>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5" name="Text Placeholder">
            <a:extLst>
              <a:ext uri="{FF2B5EF4-FFF2-40B4-BE49-F238E27FC236}">
                <a16:creationId xmlns:a16="http://schemas.microsoft.com/office/drawing/2014/main" id="{AB974BDF-1738-82DF-5AFB-5C3A5EFA7843}"/>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337258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ext Placeholder"/>
          <p:cNvSpPr>
            <a:spLocks noGrp="1"/>
          </p:cNvSpPr>
          <p:nvPr>
            <p:ph type="title" hasCustomPrompt="1"/>
          </p:nvPr>
        </p:nvSpPr>
        <p:spPr>
          <a:xfrm>
            <a:off x="569914" y="571500"/>
            <a:ext cx="8001000" cy="569913"/>
          </a:xfrm>
        </p:spPr>
        <p:txBody>
          <a:bodyPr/>
          <a:lstStyle>
            <a:lvl1pPr>
              <a:defRPr/>
            </a:lvl1pPr>
          </a:lstStyle>
          <a:p>
            <a:r>
              <a:rPr lang="en-US"/>
              <a:t>Edit title</a:t>
            </a:r>
            <a:endParaRPr lang="en-GB"/>
          </a:p>
        </p:txBody>
      </p:sp>
      <p:sp>
        <p:nvSpPr>
          <p:cNvPr id="2" name="Text Placeholder">
            <a:extLst>
              <a:ext uri="{FF2B5EF4-FFF2-40B4-BE49-F238E27FC236}">
                <a16:creationId xmlns:a16="http://schemas.microsoft.com/office/drawing/2014/main" id="{8A112DDB-C8A3-F65D-F01E-08F58F2767DD}"/>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4" name="Text Placeholder">
            <a:extLst>
              <a:ext uri="{FF2B5EF4-FFF2-40B4-BE49-F238E27FC236}">
                <a16:creationId xmlns:a16="http://schemas.microsoft.com/office/drawing/2014/main" id="{92800365-B612-DEDF-0505-BFF364CED515}"/>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19884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eed Media">
    <p:spTree>
      <p:nvGrpSpPr>
        <p:cNvPr id="1" name=""/>
        <p:cNvGrpSpPr/>
        <p:nvPr/>
      </p:nvGrpSpPr>
      <p:grpSpPr>
        <a:xfrm>
          <a:off x="0" y="0"/>
          <a:ext cx="0" cy="0"/>
          <a:chOff x="0" y="0"/>
          <a:chExt cx="0" cy="0"/>
        </a:xfrm>
      </p:grpSpPr>
      <p:sp>
        <p:nvSpPr>
          <p:cNvPr id="4" name="Picture Placeholder"/>
          <p:cNvSpPr>
            <a:spLocks noGrp="1"/>
          </p:cNvSpPr>
          <p:nvPr>
            <p:ph type="pic" sz="quarter" idx="12"/>
          </p:nvPr>
        </p:nvSpPr>
        <p:spPr>
          <a:xfrm>
            <a:off x="0" y="0"/>
            <a:ext cx="9144000" cy="5143500"/>
          </a:xfrm>
          <a:solidFill>
            <a:schemeClr val="bg1"/>
          </a:solidFill>
        </p:spPr>
        <p:txBody>
          <a:bodyPr/>
          <a:lstStyle>
            <a:lvl1pPr>
              <a:defRPr sz="800">
                <a:noFill/>
              </a:defRPr>
            </a:lvl1pPr>
          </a:lstStyle>
          <a:p>
            <a:r>
              <a:rPr lang="en-GB" dirty="0"/>
              <a:t>Click icon to add picture</a:t>
            </a:r>
          </a:p>
        </p:txBody>
      </p:sp>
      <p:sp>
        <p:nvSpPr>
          <p:cNvPr id="2" name="Text Placeholder"/>
          <p:cNvSpPr>
            <a:spLocks noGrp="1"/>
          </p:cNvSpPr>
          <p:nvPr>
            <p:ph type="title" hasCustomPrompt="1"/>
          </p:nvPr>
        </p:nvSpPr>
        <p:spPr>
          <a:xfrm>
            <a:off x="569913" y="571500"/>
            <a:ext cx="8001000" cy="571500"/>
          </a:xfrm>
        </p:spPr>
        <p:txBody>
          <a:bodyPr/>
          <a:lstStyle>
            <a:lvl1pPr>
              <a:defRPr baseline="0">
                <a:solidFill>
                  <a:schemeClr val="tx1"/>
                </a:solidFill>
              </a:defRPr>
            </a:lvl1pPr>
          </a:lstStyle>
          <a:p>
            <a:r>
              <a:rPr lang="en-US"/>
              <a:t>Edit title</a:t>
            </a:r>
            <a:endParaRPr lang="en-GB"/>
          </a:p>
        </p:txBody>
      </p:sp>
      <p:sp>
        <p:nvSpPr>
          <p:cNvPr id="3" name="Text Placeholder">
            <a:extLst>
              <a:ext uri="{FF2B5EF4-FFF2-40B4-BE49-F238E27FC236}">
                <a16:creationId xmlns:a16="http://schemas.microsoft.com/office/drawing/2014/main" id="{FD1DFF21-E939-5026-F322-2727F4185E64}"/>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5" name="Text Placeholder">
            <a:extLst>
              <a:ext uri="{FF2B5EF4-FFF2-40B4-BE49-F238E27FC236}">
                <a16:creationId xmlns:a16="http://schemas.microsoft.com/office/drawing/2014/main" id="{DEE34D8E-5EE0-24D5-01CF-5F711A09F28F}"/>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47131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3BCE4815-A897-84CD-F4D9-73A2DEF59694}"/>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3" name="Text Placeholder">
            <a:extLst>
              <a:ext uri="{FF2B5EF4-FFF2-40B4-BE49-F238E27FC236}">
                <a16:creationId xmlns:a16="http://schemas.microsoft.com/office/drawing/2014/main" id="{2CC6063A-A6E5-9033-4E33-5D09CC245AC2}"/>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387796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tic_Pixel_3">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a:xfrm>
            <a:off x="569912" y="1430339"/>
            <a:ext cx="6000751" cy="2285999"/>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2" name="Text Placeholder"/>
          <p:cNvSpPr>
            <a:spLocks noGrp="1"/>
          </p:cNvSpPr>
          <p:nvPr>
            <p:ph type="title" hasCustomPrompt="1"/>
          </p:nvPr>
        </p:nvSpPr>
        <p:spPr>
          <a:xfrm>
            <a:off x="569914" y="571500"/>
            <a:ext cx="6000750" cy="569913"/>
          </a:xfrm>
        </p:spPr>
        <p:txBody>
          <a:bodyPr/>
          <a:lstStyle>
            <a:lvl1pPr>
              <a:defRPr/>
            </a:lvl1pPr>
          </a:lstStyle>
          <a:p>
            <a:r>
              <a:rPr lang="en-US"/>
              <a:t>Edit title</a:t>
            </a:r>
            <a:endParaRPr lang="en-GB"/>
          </a:p>
        </p:txBody>
      </p:sp>
      <p:sp>
        <p:nvSpPr>
          <p:cNvPr id="150" name="Rectangle 149">
            <a:extLst>
              <a:ext uri="{FF2B5EF4-FFF2-40B4-BE49-F238E27FC236}">
                <a16:creationId xmlns:a16="http://schemas.microsoft.com/office/drawing/2014/main" id="{42369C4F-F762-DB6B-EE33-2FC9557CC365}"/>
              </a:ext>
            </a:extLst>
          </p:cNvPr>
          <p:cNvSpPr/>
          <p:nvPr/>
        </p:nvSpPr>
        <p:spPr>
          <a:xfrm>
            <a:off x="8858241" y="0"/>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1" name="Rectangle 150">
            <a:extLst>
              <a:ext uri="{FF2B5EF4-FFF2-40B4-BE49-F238E27FC236}">
                <a16:creationId xmlns:a16="http://schemas.microsoft.com/office/drawing/2014/main" id="{512A9FC1-1988-ABE5-EBD3-F7F3511BFBA7}"/>
              </a:ext>
            </a:extLst>
          </p:cNvPr>
          <p:cNvSpPr/>
          <p:nvPr/>
        </p:nvSpPr>
        <p:spPr>
          <a:xfrm>
            <a:off x="8001592" y="285580"/>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2" name="Rectangle 151">
            <a:extLst>
              <a:ext uri="{FF2B5EF4-FFF2-40B4-BE49-F238E27FC236}">
                <a16:creationId xmlns:a16="http://schemas.microsoft.com/office/drawing/2014/main" id="{3F2D6C60-B677-2C23-3BA0-A4863F7D8C19}"/>
              </a:ext>
            </a:extLst>
          </p:cNvPr>
          <p:cNvSpPr/>
          <p:nvPr/>
        </p:nvSpPr>
        <p:spPr>
          <a:xfrm>
            <a:off x="7717027" y="1"/>
            <a:ext cx="284564" cy="28557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3" name="Rectangle 152">
            <a:extLst>
              <a:ext uri="{FF2B5EF4-FFF2-40B4-BE49-F238E27FC236}">
                <a16:creationId xmlns:a16="http://schemas.microsoft.com/office/drawing/2014/main" id="{5E4F90D5-196B-FA00-5380-28AA1EEF630D}"/>
              </a:ext>
            </a:extLst>
          </p:cNvPr>
          <p:cNvSpPr/>
          <p:nvPr/>
        </p:nvSpPr>
        <p:spPr>
          <a:xfrm>
            <a:off x="7145122" y="285580"/>
            <a:ext cx="284565" cy="28028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4" name="Rectangle 153">
            <a:extLst>
              <a:ext uri="{FF2B5EF4-FFF2-40B4-BE49-F238E27FC236}">
                <a16:creationId xmlns:a16="http://schemas.microsoft.com/office/drawing/2014/main" id="{C65ACA49-02F2-3A02-930A-560C25BE6FB0}"/>
              </a:ext>
            </a:extLst>
          </p:cNvPr>
          <p:cNvSpPr/>
          <p:nvPr/>
        </p:nvSpPr>
        <p:spPr>
          <a:xfrm>
            <a:off x="8287351" y="1713971"/>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5" name="Rectangle 154">
            <a:extLst>
              <a:ext uri="{FF2B5EF4-FFF2-40B4-BE49-F238E27FC236}">
                <a16:creationId xmlns:a16="http://schemas.microsoft.com/office/drawing/2014/main" id="{EB3FC55C-8C1C-C2A8-7676-6221298A5B14}"/>
              </a:ext>
            </a:extLst>
          </p:cNvPr>
          <p:cNvSpPr/>
          <p:nvPr/>
        </p:nvSpPr>
        <p:spPr>
          <a:xfrm>
            <a:off x="8001592" y="1999550"/>
            <a:ext cx="285759" cy="285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6" name="Rectangle 155">
            <a:extLst>
              <a:ext uri="{FF2B5EF4-FFF2-40B4-BE49-F238E27FC236}">
                <a16:creationId xmlns:a16="http://schemas.microsoft.com/office/drawing/2014/main" id="{924A1DFB-4FC8-6C8B-E450-C83235FB2172}"/>
              </a:ext>
            </a:extLst>
          </p:cNvPr>
          <p:cNvSpPr/>
          <p:nvPr/>
        </p:nvSpPr>
        <p:spPr>
          <a:xfrm>
            <a:off x="7715832" y="3713520"/>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7" name="Rectangle 156">
            <a:extLst>
              <a:ext uri="{FF2B5EF4-FFF2-40B4-BE49-F238E27FC236}">
                <a16:creationId xmlns:a16="http://schemas.microsoft.com/office/drawing/2014/main" id="{90AC56E7-B626-F87D-F017-C79C675FF538}"/>
              </a:ext>
            </a:extLst>
          </p:cNvPr>
          <p:cNvSpPr/>
          <p:nvPr/>
        </p:nvSpPr>
        <p:spPr>
          <a:xfrm>
            <a:off x="7431636" y="3999099"/>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8" name="Rectangle 157">
            <a:extLst>
              <a:ext uri="{FF2B5EF4-FFF2-40B4-BE49-F238E27FC236}">
                <a16:creationId xmlns:a16="http://schemas.microsoft.com/office/drawing/2014/main" id="{820C97C6-3B1E-3116-3B40-8750EC560B29}"/>
              </a:ext>
            </a:extLst>
          </p:cNvPr>
          <p:cNvSpPr/>
          <p:nvPr/>
        </p:nvSpPr>
        <p:spPr>
          <a:xfrm>
            <a:off x="8001681" y="4289425"/>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9" name="Rectangle 158">
            <a:extLst>
              <a:ext uri="{FF2B5EF4-FFF2-40B4-BE49-F238E27FC236}">
                <a16:creationId xmlns:a16="http://schemas.microsoft.com/office/drawing/2014/main" id="{ADE6929E-F1E9-3397-F01A-6DD4F1A6FD6B}"/>
              </a:ext>
            </a:extLst>
          </p:cNvPr>
          <p:cNvSpPr/>
          <p:nvPr/>
        </p:nvSpPr>
        <p:spPr>
          <a:xfrm>
            <a:off x="8858241" y="4570256"/>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0" name="Rectangle 159">
            <a:extLst>
              <a:ext uri="{FF2B5EF4-FFF2-40B4-BE49-F238E27FC236}">
                <a16:creationId xmlns:a16="http://schemas.microsoft.com/office/drawing/2014/main" id="{54A2AAC4-E6AD-3554-7619-0033274EE065}"/>
              </a:ext>
            </a:extLst>
          </p:cNvPr>
          <p:cNvSpPr/>
          <p:nvPr/>
        </p:nvSpPr>
        <p:spPr>
          <a:xfrm>
            <a:off x="7142163" y="4860925"/>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1" name="Rectangle 160">
            <a:extLst>
              <a:ext uri="{FF2B5EF4-FFF2-40B4-BE49-F238E27FC236}">
                <a16:creationId xmlns:a16="http://schemas.microsoft.com/office/drawing/2014/main" id="{8C864664-F5EF-4B81-CC34-D4CA4045A57D}"/>
              </a:ext>
            </a:extLst>
          </p:cNvPr>
          <p:cNvSpPr/>
          <p:nvPr/>
        </p:nvSpPr>
        <p:spPr>
          <a:xfrm>
            <a:off x="8001592" y="4860925"/>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2" name="Rectangle 161">
            <a:extLst>
              <a:ext uri="{FF2B5EF4-FFF2-40B4-BE49-F238E27FC236}">
                <a16:creationId xmlns:a16="http://schemas.microsoft.com/office/drawing/2014/main" id="{62995F86-7056-D625-F68A-07F535EAD89D}"/>
              </a:ext>
            </a:extLst>
          </p:cNvPr>
          <p:cNvSpPr/>
          <p:nvPr/>
        </p:nvSpPr>
        <p:spPr>
          <a:xfrm>
            <a:off x="6282555" y="4575346"/>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3" name="Rectangle 162">
            <a:extLst>
              <a:ext uri="{FF2B5EF4-FFF2-40B4-BE49-F238E27FC236}">
                <a16:creationId xmlns:a16="http://schemas.microsoft.com/office/drawing/2014/main" id="{EB851B66-2C2F-2F36-0BC6-CE253597AA2D}"/>
              </a:ext>
            </a:extLst>
          </p:cNvPr>
          <p:cNvSpPr/>
          <p:nvPr/>
        </p:nvSpPr>
        <p:spPr>
          <a:xfrm>
            <a:off x="567023" y="4572000"/>
            <a:ext cx="285759" cy="2855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5" name="Rectangle 164">
            <a:extLst>
              <a:ext uri="{FF2B5EF4-FFF2-40B4-BE49-F238E27FC236}">
                <a16:creationId xmlns:a16="http://schemas.microsoft.com/office/drawing/2014/main" id="{8AE7F079-890D-0B78-8F56-838B55BE9C51}"/>
              </a:ext>
            </a:extLst>
          </p:cNvPr>
          <p:cNvSpPr/>
          <p:nvPr/>
        </p:nvSpPr>
        <p:spPr>
          <a:xfrm>
            <a:off x="-5382" y="4003847"/>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6" name="Rectangle 165">
            <a:extLst>
              <a:ext uri="{FF2B5EF4-FFF2-40B4-BE49-F238E27FC236}">
                <a16:creationId xmlns:a16="http://schemas.microsoft.com/office/drawing/2014/main" id="{BBDE9F36-B7CA-3684-222B-D0540D649D9E}"/>
              </a:ext>
            </a:extLst>
          </p:cNvPr>
          <p:cNvSpPr/>
          <p:nvPr/>
        </p:nvSpPr>
        <p:spPr>
          <a:xfrm>
            <a:off x="1712913" y="4860426"/>
            <a:ext cx="285580" cy="28557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7" name="Rectangle 166">
            <a:extLst>
              <a:ext uri="{FF2B5EF4-FFF2-40B4-BE49-F238E27FC236}">
                <a16:creationId xmlns:a16="http://schemas.microsoft.com/office/drawing/2014/main" id="{91EFFBDC-AA02-5F26-295B-796C4ACF744F}"/>
              </a:ext>
            </a:extLst>
          </p:cNvPr>
          <p:cNvSpPr/>
          <p:nvPr/>
        </p:nvSpPr>
        <p:spPr>
          <a:xfrm>
            <a:off x="1141583" y="4284678"/>
            <a:ext cx="285580" cy="28557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68" name="Rectangle 167">
            <a:extLst>
              <a:ext uri="{FF2B5EF4-FFF2-40B4-BE49-F238E27FC236}">
                <a16:creationId xmlns:a16="http://schemas.microsoft.com/office/drawing/2014/main" id="{7DC314A1-7E45-A245-FC15-52B4E9F06A96}"/>
              </a:ext>
            </a:extLst>
          </p:cNvPr>
          <p:cNvSpPr/>
          <p:nvPr userDrawn="1"/>
        </p:nvSpPr>
        <p:spPr>
          <a:xfrm>
            <a:off x="7142163" y="3144838"/>
            <a:ext cx="285759" cy="285579"/>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969167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tic_Pixel_6">
    <p:spTree>
      <p:nvGrpSpPr>
        <p:cNvPr id="1" name=""/>
        <p:cNvGrpSpPr/>
        <p:nvPr/>
      </p:nvGrpSpPr>
      <p:grpSpPr>
        <a:xfrm>
          <a:off x="0" y="0"/>
          <a:ext cx="0" cy="0"/>
          <a:chOff x="0" y="0"/>
          <a:chExt cx="0" cy="0"/>
        </a:xfrm>
      </p:grpSpPr>
      <p:sp>
        <p:nvSpPr>
          <p:cNvPr id="21" name="Pixel">
            <a:extLst>
              <a:ext uri="{FF2B5EF4-FFF2-40B4-BE49-F238E27FC236}">
                <a16:creationId xmlns:a16="http://schemas.microsoft.com/office/drawing/2014/main" id="{C9ECC7DB-1F6F-DC7F-76DD-22F8F7232EBD}"/>
              </a:ext>
            </a:extLst>
          </p:cNvPr>
          <p:cNvSpPr/>
          <p:nvPr userDrawn="1"/>
        </p:nvSpPr>
        <p:spPr>
          <a:xfrm>
            <a:off x="2571749" y="2573338"/>
            <a:ext cx="2573999" cy="25701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 name="Pixel">
            <a:extLst>
              <a:ext uri="{FF2B5EF4-FFF2-40B4-BE49-F238E27FC236}">
                <a16:creationId xmlns:a16="http://schemas.microsoft.com/office/drawing/2014/main" id="{C76A86E1-8211-97A7-C075-3BC8BEDA6004}"/>
              </a:ext>
            </a:extLst>
          </p:cNvPr>
          <p:cNvSpPr/>
          <p:nvPr userDrawn="1"/>
        </p:nvSpPr>
        <p:spPr>
          <a:xfrm>
            <a:off x="0" y="-1"/>
            <a:ext cx="2571750" cy="25749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19" name="Pixel">
            <a:extLst>
              <a:ext uri="{FF2B5EF4-FFF2-40B4-BE49-F238E27FC236}">
                <a16:creationId xmlns:a16="http://schemas.microsoft.com/office/drawing/2014/main" id="{0151343F-64C4-727A-FC2A-B1587AC2ADFE}"/>
              </a:ext>
            </a:extLst>
          </p:cNvPr>
          <p:cNvSpPr/>
          <p:nvPr userDrawn="1"/>
        </p:nvSpPr>
        <p:spPr>
          <a:xfrm>
            <a:off x="2571750" y="0"/>
            <a:ext cx="2574000" cy="2573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0" name="Pixel">
            <a:extLst>
              <a:ext uri="{FF2B5EF4-FFF2-40B4-BE49-F238E27FC236}">
                <a16:creationId xmlns:a16="http://schemas.microsoft.com/office/drawing/2014/main" id="{7DB115A0-2D6E-71EC-D4E5-806EE3BCF471}"/>
              </a:ext>
            </a:extLst>
          </p:cNvPr>
          <p:cNvSpPr/>
          <p:nvPr userDrawn="1"/>
        </p:nvSpPr>
        <p:spPr>
          <a:xfrm>
            <a:off x="0" y="2573338"/>
            <a:ext cx="2571750" cy="2570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4" name="Picture Placeholder">
            <a:extLst>
              <a:ext uri="{FF2B5EF4-FFF2-40B4-BE49-F238E27FC236}">
                <a16:creationId xmlns:a16="http://schemas.microsoft.com/office/drawing/2014/main" id="{923E9586-A16F-9921-016F-281C824EF5DC}"/>
              </a:ext>
            </a:extLst>
          </p:cNvPr>
          <p:cNvSpPr>
            <a:spLocks noGrp="1"/>
          </p:cNvSpPr>
          <p:nvPr>
            <p:ph type="pic" sz="quarter" idx="12"/>
          </p:nvPr>
        </p:nvSpPr>
        <p:spPr>
          <a:xfrm>
            <a:off x="5141913" y="0"/>
            <a:ext cx="4002088" cy="5143500"/>
          </a:xfrm>
          <a:solidFill>
            <a:schemeClr val="bg1">
              <a:lumMod val="85000"/>
              <a:lumOff val="15000"/>
            </a:schemeClr>
          </a:solidFill>
        </p:spPr>
        <p:txBody>
          <a:bodyPr/>
          <a:lstStyle>
            <a:lvl1pPr>
              <a:defRPr sz="800" b="1" i="0">
                <a:noFill/>
                <a:latin typeface="Helvetica 75 Bold" panose="02000503000000020004" pitchFamily="2" charset="0"/>
                <a:ea typeface="Helvetica 75 Bold" panose="02000503000000020004" pitchFamily="2" charset="0"/>
                <a:cs typeface="Helvetica 75 Bold" panose="02000503000000020004" pitchFamily="2" charset="0"/>
              </a:defRPr>
            </a:lvl1pPr>
          </a:lstStyle>
          <a:p>
            <a:r>
              <a:rPr lang="en-GB" dirty="0"/>
              <a:t>Click icon to add picture</a:t>
            </a:r>
          </a:p>
        </p:txBody>
      </p:sp>
      <p:sp>
        <p:nvSpPr>
          <p:cNvPr id="29" name="Text Placeholder">
            <a:extLst>
              <a:ext uri="{FF2B5EF4-FFF2-40B4-BE49-F238E27FC236}">
                <a16:creationId xmlns:a16="http://schemas.microsoft.com/office/drawing/2014/main" id="{F71DA2C9-B0AC-286A-12DA-941593F72D27}"/>
              </a:ext>
            </a:extLst>
          </p:cNvPr>
          <p:cNvSpPr>
            <a:spLocks noGrp="1"/>
          </p:cNvSpPr>
          <p:nvPr>
            <p:ph type="body" sz="quarter" idx="16" hasCustomPrompt="1"/>
          </p:nvPr>
        </p:nvSpPr>
        <p:spPr>
          <a:xfrm>
            <a:off x="2859088" y="1714500"/>
            <a:ext cx="1995487" cy="571500"/>
          </a:xfrm>
        </p:spPr>
        <p:txBody>
          <a:bodyPr/>
          <a:lstStyle>
            <a:lvl1pPr>
              <a:defRPr sz="10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28" name="Text Placeholder">
            <a:extLst>
              <a:ext uri="{FF2B5EF4-FFF2-40B4-BE49-F238E27FC236}">
                <a16:creationId xmlns:a16="http://schemas.microsoft.com/office/drawing/2014/main" id="{673A8D4D-9977-5D85-076D-8BFAF3E41CBE}"/>
              </a:ext>
            </a:extLst>
          </p:cNvPr>
          <p:cNvSpPr>
            <a:spLocks noGrp="1"/>
          </p:cNvSpPr>
          <p:nvPr>
            <p:ph type="body" sz="quarter" idx="15" hasCustomPrompt="1"/>
          </p:nvPr>
        </p:nvSpPr>
        <p:spPr>
          <a:xfrm>
            <a:off x="2852738" y="285750"/>
            <a:ext cx="2001837" cy="1144588"/>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1" name="Text Placeholder">
            <a:extLst>
              <a:ext uri="{FF2B5EF4-FFF2-40B4-BE49-F238E27FC236}">
                <a16:creationId xmlns:a16="http://schemas.microsoft.com/office/drawing/2014/main" id="{537CFEEF-03E1-92EF-B8FA-13924B58324B}"/>
              </a:ext>
            </a:extLst>
          </p:cNvPr>
          <p:cNvSpPr>
            <a:spLocks noGrp="1"/>
          </p:cNvSpPr>
          <p:nvPr>
            <p:ph type="body" sz="quarter" idx="18" hasCustomPrompt="1"/>
          </p:nvPr>
        </p:nvSpPr>
        <p:spPr>
          <a:xfrm>
            <a:off x="2859088" y="4289425"/>
            <a:ext cx="1998662" cy="571500"/>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0" name="Text Placeholder">
            <a:extLst>
              <a:ext uri="{FF2B5EF4-FFF2-40B4-BE49-F238E27FC236}">
                <a16:creationId xmlns:a16="http://schemas.microsoft.com/office/drawing/2014/main" id="{DB1D1DFA-5F34-7401-C467-77674DEF02FC}"/>
              </a:ext>
            </a:extLst>
          </p:cNvPr>
          <p:cNvSpPr>
            <a:spLocks noGrp="1"/>
          </p:cNvSpPr>
          <p:nvPr>
            <p:ph type="body" sz="quarter" idx="17" hasCustomPrompt="1"/>
          </p:nvPr>
        </p:nvSpPr>
        <p:spPr>
          <a:xfrm>
            <a:off x="2859088" y="2857501"/>
            <a:ext cx="1998662" cy="1143000"/>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3" name="Text Placeholder">
            <a:extLst>
              <a:ext uri="{FF2B5EF4-FFF2-40B4-BE49-F238E27FC236}">
                <a16:creationId xmlns:a16="http://schemas.microsoft.com/office/drawing/2014/main" id="{45EF7319-8B7B-1164-D90A-549772B9E56D}"/>
              </a:ext>
            </a:extLst>
          </p:cNvPr>
          <p:cNvSpPr>
            <a:spLocks noGrp="1"/>
          </p:cNvSpPr>
          <p:nvPr>
            <p:ph type="body" sz="quarter" idx="20" hasCustomPrompt="1"/>
          </p:nvPr>
        </p:nvSpPr>
        <p:spPr>
          <a:xfrm>
            <a:off x="280989" y="4289425"/>
            <a:ext cx="2005011" cy="571500"/>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2" name="Text Placeholder">
            <a:extLst>
              <a:ext uri="{FF2B5EF4-FFF2-40B4-BE49-F238E27FC236}">
                <a16:creationId xmlns:a16="http://schemas.microsoft.com/office/drawing/2014/main" id="{EAEC35F8-562A-05EB-C46C-B181C4CD096F}"/>
              </a:ext>
            </a:extLst>
          </p:cNvPr>
          <p:cNvSpPr>
            <a:spLocks noGrp="1"/>
          </p:cNvSpPr>
          <p:nvPr>
            <p:ph type="body" sz="quarter" idx="19" hasCustomPrompt="1"/>
          </p:nvPr>
        </p:nvSpPr>
        <p:spPr>
          <a:xfrm>
            <a:off x="280989" y="2857501"/>
            <a:ext cx="2005012" cy="1143000"/>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27" name="Text Placeholder">
            <a:extLst>
              <a:ext uri="{FF2B5EF4-FFF2-40B4-BE49-F238E27FC236}">
                <a16:creationId xmlns:a16="http://schemas.microsoft.com/office/drawing/2014/main" id="{5F9923E4-90AB-73AB-87BF-21B6C27DB80C}"/>
              </a:ext>
            </a:extLst>
          </p:cNvPr>
          <p:cNvSpPr>
            <a:spLocks noGrp="1"/>
          </p:cNvSpPr>
          <p:nvPr>
            <p:ph type="body" sz="quarter" idx="14" hasCustomPrompt="1"/>
          </p:nvPr>
        </p:nvSpPr>
        <p:spPr>
          <a:xfrm>
            <a:off x="284163" y="1714500"/>
            <a:ext cx="2001837" cy="571500"/>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26" name="Text Placeholder">
            <a:extLst>
              <a:ext uri="{FF2B5EF4-FFF2-40B4-BE49-F238E27FC236}">
                <a16:creationId xmlns:a16="http://schemas.microsoft.com/office/drawing/2014/main" id="{C3FEC966-5F11-A414-9CDE-B78062288175}"/>
              </a:ext>
            </a:extLst>
          </p:cNvPr>
          <p:cNvSpPr>
            <a:spLocks noGrp="1"/>
          </p:cNvSpPr>
          <p:nvPr>
            <p:ph type="body" sz="quarter" idx="13" hasCustomPrompt="1"/>
          </p:nvPr>
        </p:nvSpPr>
        <p:spPr>
          <a:xfrm>
            <a:off x="284163" y="285750"/>
            <a:ext cx="2001837" cy="1141412"/>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Tree>
    <p:extLst>
      <p:ext uri="{BB962C8B-B14F-4D97-AF65-F5344CB8AC3E}">
        <p14:creationId xmlns:p14="http://schemas.microsoft.com/office/powerpoint/2010/main" val="301215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tic_Pixel_7">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userDrawn="1"/>
        </p:nvSpPr>
        <p:spPr>
          <a:xfrm>
            <a:off x="6570000" y="0"/>
            <a:ext cx="2574000" cy="2573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3" name="Pixel">
            <a:extLst>
              <a:ext uri="{FF2B5EF4-FFF2-40B4-BE49-F238E27FC236}">
                <a16:creationId xmlns:a16="http://schemas.microsoft.com/office/drawing/2014/main" id="{4ABFF5B9-B29B-7610-C4BC-9DC3BB48F7E5}"/>
              </a:ext>
            </a:extLst>
          </p:cNvPr>
          <p:cNvSpPr/>
          <p:nvPr userDrawn="1"/>
        </p:nvSpPr>
        <p:spPr>
          <a:xfrm>
            <a:off x="4000499" y="2573338"/>
            <a:ext cx="2570164" cy="2570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6" name="Pixel">
            <a:extLst>
              <a:ext uri="{FF2B5EF4-FFF2-40B4-BE49-F238E27FC236}">
                <a16:creationId xmlns:a16="http://schemas.microsoft.com/office/drawing/2014/main" id="{AE520F3F-52AE-C3D1-52FA-B8E592CA37A8}"/>
              </a:ext>
            </a:extLst>
          </p:cNvPr>
          <p:cNvSpPr/>
          <p:nvPr userDrawn="1"/>
        </p:nvSpPr>
        <p:spPr>
          <a:xfrm>
            <a:off x="4000499" y="0"/>
            <a:ext cx="2570164" cy="2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6570663" y="2573338"/>
            <a:ext cx="2573337" cy="2570162"/>
          </a:xfrm>
          <a:solidFill>
            <a:schemeClr val="bg1">
              <a:lumMod val="85000"/>
              <a:lumOff val="15000"/>
            </a:schemeClr>
          </a:solidFill>
        </p:spPr>
        <p:txBody>
          <a:bodyPr/>
          <a:lstStyle>
            <a:lvl1pPr>
              <a:defRPr b="1" i="0">
                <a:noFill/>
                <a:latin typeface="Helvetica 75 Bold" panose="02000503000000020004" pitchFamily="2" charset="0"/>
                <a:ea typeface="Helvetica 75 Bold" panose="02000503000000020004" pitchFamily="2" charset="0"/>
                <a:cs typeface="Helvetica 75 Bold" panose="02000503000000020004" pitchFamily="2" charset="0"/>
              </a:defRPr>
            </a:lvl1pPr>
          </a:lstStyle>
          <a:p>
            <a:r>
              <a:rPr lang="en-GB" dirty="0"/>
              <a:t>Click icon to add picture</a:t>
            </a:r>
            <a:endParaRPr lang="fr-FR" dirty="0"/>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6859588" y="2860677"/>
            <a:ext cx="1998662" cy="288924"/>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6" name="Text Placeholder">
            <a:extLst>
              <a:ext uri="{FF2B5EF4-FFF2-40B4-BE49-F238E27FC236}">
                <a16:creationId xmlns:a16="http://schemas.microsoft.com/office/drawing/2014/main" id="{BD7D406E-2318-4080-0F4C-AA11DEC44874}"/>
              </a:ext>
            </a:extLst>
          </p:cNvPr>
          <p:cNvSpPr>
            <a:spLocks noGrp="1"/>
          </p:cNvSpPr>
          <p:nvPr>
            <p:ph type="body" sz="quarter" idx="24" hasCustomPrompt="1"/>
          </p:nvPr>
        </p:nvSpPr>
        <p:spPr>
          <a:xfrm>
            <a:off x="6859588" y="1717676"/>
            <a:ext cx="1995487" cy="566738"/>
          </a:xfrm>
        </p:spPr>
        <p:txBody>
          <a:bodyPr/>
          <a:lstStyle>
            <a:lvl1pPr>
              <a:defRPr sz="10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5" name="Text Placeholder">
            <a:extLst>
              <a:ext uri="{FF2B5EF4-FFF2-40B4-BE49-F238E27FC236}">
                <a16:creationId xmlns:a16="http://schemas.microsoft.com/office/drawing/2014/main" id="{924CF5F9-CD38-0E0D-3518-D7F400E04313}"/>
              </a:ext>
            </a:extLst>
          </p:cNvPr>
          <p:cNvSpPr>
            <a:spLocks noGrp="1"/>
          </p:cNvSpPr>
          <p:nvPr>
            <p:ph type="body" sz="quarter" idx="23" hasCustomPrompt="1"/>
          </p:nvPr>
        </p:nvSpPr>
        <p:spPr>
          <a:xfrm>
            <a:off x="6859588" y="288926"/>
            <a:ext cx="1995487" cy="1139826"/>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4281489" y="4292601"/>
            <a:ext cx="2005011" cy="571500"/>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4281489" y="2860677"/>
            <a:ext cx="2005012" cy="1143000"/>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7" name="Text Placeholder">
            <a:extLst>
              <a:ext uri="{FF2B5EF4-FFF2-40B4-BE49-F238E27FC236}">
                <a16:creationId xmlns:a16="http://schemas.microsoft.com/office/drawing/2014/main" id="{A10C6A75-CEA2-2331-7979-B23F737E3F4A}"/>
              </a:ext>
            </a:extLst>
          </p:cNvPr>
          <p:cNvSpPr>
            <a:spLocks noGrp="1"/>
          </p:cNvSpPr>
          <p:nvPr>
            <p:ph type="body" sz="quarter" idx="33" hasCustomPrompt="1"/>
          </p:nvPr>
        </p:nvSpPr>
        <p:spPr>
          <a:xfrm>
            <a:off x="4284663" y="1716352"/>
            <a:ext cx="1996413" cy="568062"/>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4284345" y="288926"/>
            <a:ext cx="2000568" cy="1141411"/>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569914" y="1430338"/>
            <a:ext cx="2857500" cy="2859087"/>
          </a:xfrm>
        </p:spPr>
        <p:txBody>
          <a:bodyPr/>
          <a:lstStyle>
            <a:lvl1pPr>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569914" y="571500"/>
            <a:ext cx="2857500" cy="569913"/>
          </a:xfrm>
        </p:spPr>
        <p:txBody>
          <a:bodyPr/>
          <a:lstStyle>
            <a:lvl1pPr>
              <a:defRPr/>
            </a:lvl1pPr>
          </a:lstStyle>
          <a:p>
            <a:r>
              <a:rPr lang="en-US"/>
              <a:t>Edit title</a:t>
            </a:r>
            <a:endParaRPr lang="en-GB"/>
          </a:p>
        </p:txBody>
      </p:sp>
      <p:sp>
        <p:nvSpPr>
          <p:cNvPr id="11" name="Text Placeholder">
            <a:extLst>
              <a:ext uri="{FF2B5EF4-FFF2-40B4-BE49-F238E27FC236}">
                <a16:creationId xmlns:a16="http://schemas.microsoft.com/office/drawing/2014/main" id="{D5746BF9-C19F-D32D-73EA-53B167C04F57}"/>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12" name="Text Placeholder">
            <a:extLst>
              <a:ext uri="{FF2B5EF4-FFF2-40B4-BE49-F238E27FC236}">
                <a16:creationId xmlns:a16="http://schemas.microsoft.com/office/drawing/2014/main" id="{1021623D-6239-CFF3-33A1-E51B978167E3}"/>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4500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ic_Pixel_8">
    <p:spTree>
      <p:nvGrpSpPr>
        <p:cNvPr id="1" name=""/>
        <p:cNvGrpSpPr/>
        <p:nvPr/>
      </p:nvGrpSpPr>
      <p:grpSpPr>
        <a:xfrm>
          <a:off x="0" y="0"/>
          <a:ext cx="0" cy="0"/>
          <a:chOff x="0" y="0"/>
          <a:chExt cx="0" cy="0"/>
        </a:xfrm>
      </p:grpSpPr>
      <p:sp>
        <p:nvSpPr>
          <p:cNvPr id="22" name="Pixel">
            <a:extLst>
              <a:ext uri="{FF2B5EF4-FFF2-40B4-BE49-F238E27FC236}">
                <a16:creationId xmlns:a16="http://schemas.microsoft.com/office/drawing/2014/main" id="{CDD6D341-F243-BF09-A895-BC0BBFF1A8EB}"/>
              </a:ext>
            </a:extLst>
          </p:cNvPr>
          <p:cNvSpPr/>
          <p:nvPr userDrawn="1"/>
        </p:nvSpPr>
        <p:spPr>
          <a:xfrm>
            <a:off x="6570000" y="0"/>
            <a:ext cx="2574000" cy="2575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3" name="Pixel">
            <a:extLst>
              <a:ext uri="{FF2B5EF4-FFF2-40B4-BE49-F238E27FC236}">
                <a16:creationId xmlns:a16="http://schemas.microsoft.com/office/drawing/2014/main" id="{4ABFF5B9-B29B-7610-C4BC-9DC3BB48F7E5}"/>
              </a:ext>
            </a:extLst>
          </p:cNvPr>
          <p:cNvSpPr/>
          <p:nvPr userDrawn="1"/>
        </p:nvSpPr>
        <p:spPr>
          <a:xfrm>
            <a:off x="4000499" y="2573338"/>
            <a:ext cx="2570164" cy="2570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b="1" i="0" dirty="0">
              <a:solidFill>
                <a:srgbClr val="000000"/>
              </a:solidFill>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2" name="Picture Placeholder">
            <a:extLst>
              <a:ext uri="{FF2B5EF4-FFF2-40B4-BE49-F238E27FC236}">
                <a16:creationId xmlns:a16="http://schemas.microsoft.com/office/drawing/2014/main" id="{4D03600F-C04D-0E3A-A609-73224437BB70}"/>
              </a:ext>
            </a:extLst>
          </p:cNvPr>
          <p:cNvSpPr>
            <a:spLocks noGrp="1"/>
          </p:cNvSpPr>
          <p:nvPr>
            <p:ph type="pic" sz="quarter" idx="29"/>
          </p:nvPr>
        </p:nvSpPr>
        <p:spPr>
          <a:xfrm>
            <a:off x="6570663" y="2575560"/>
            <a:ext cx="2573337" cy="2567940"/>
          </a:xfrm>
          <a:solidFill>
            <a:schemeClr val="bg1">
              <a:lumMod val="85000"/>
              <a:lumOff val="15000"/>
            </a:schemeClr>
          </a:solidFill>
        </p:spPr>
        <p:txBody>
          <a:bodyPr/>
          <a:lstStyle>
            <a:lvl1pPr>
              <a:defRPr b="1" i="0">
                <a:noFill/>
                <a:latin typeface="Helvetica 75 Bold" panose="02000503000000020004" pitchFamily="2" charset="0"/>
                <a:ea typeface="Helvetica 75 Bold" panose="02000503000000020004" pitchFamily="2" charset="0"/>
                <a:cs typeface="Helvetica 75 Bold" panose="02000503000000020004" pitchFamily="2" charset="0"/>
              </a:defRPr>
            </a:lvl1pPr>
          </a:lstStyle>
          <a:p>
            <a:r>
              <a:rPr lang="en-GB" dirty="0"/>
              <a:t>Click icon to add picture</a:t>
            </a:r>
            <a:endParaRPr lang="fr-FR" dirty="0"/>
          </a:p>
        </p:txBody>
      </p:sp>
      <p:sp>
        <p:nvSpPr>
          <p:cNvPr id="8" name="Picture Placeholder">
            <a:extLst>
              <a:ext uri="{FF2B5EF4-FFF2-40B4-BE49-F238E27FC236}">
                <a16:creationId xmlns:a16="http://schemas.microsoft.com/office/drawing/2014/main" id="{D5A9B168-4E56-B241-6DF0-F86736EC62D4}"/>
              </a:ext>
            </a:extLst>
          </p:cNvPr>
          <p:cNvSpPr>
            <a:spLocks noGrp="1"/>
          </p:cNvSpPr>
          <p:nvPr>
            <p:ph type="pic" sz="quarter" idx="30"/>
          </p:nvPr>
        </p:nvSpPr>
        <p:spPr>
          <a:xfrm>
            <a:off x="4000499" y="0"/>
            <a:ext cx="2569368" cy="2576912"/>
          </a:xfrm>
          <a:solidFill>
            <a:schemeClr val="bg1">
              <a:lumMod val="85000"/>
              <a:lumOff val="15000"/>
            </a:schemeClr>
          </a:solidFill>
        </p:spPr>
        <p:txBody>
          <a:bodyPr/>
          <a:lstStyle>
            <a:lvl1pPr>
              <a:defRPr b="1" i="0">
                <a:noFill/>
                <a:latin typeface="Helvetica 75 Bold" panose="02000503000000020004" pitchFamily="2" charset="0"/>
                <a:ea typeface="Helvetica 75 Bold" panose="02000503000000020004" pitchFamily="2" charset="0"/>
                <a:cs typeface="Helvetica 75 Bold" panose="02000503000000020004" pitchFamily="2" charset="0"/>
              </a:defRPr>
            </a:lvl1pPr>
          </a:lstStyle>
          <a:p>
            <a:r>
              <a:rPr lang="en-GB" dirty="0"/>
              <a:t>Click icon to add picture</a:t>
            </a:r>
            <a:endParaRPr lang="fr-FR" dirty="0"/>
          </a:p>
        </p:txBody>
      </p:sp>
      <p:sp>
        <p:nvSpPr>
          <p:cNvPr id="5" name="Text Placeholder">
            <a:extLst>
              <a:ext uri="{FF2B5EF4-FFF2-40B4-BE49-F238E27FC236}">
                <a16:creationId xmlns:a16="http://schemas.microsoft.com/office/drawing/2014/main" id="{646573F9-8CBB-5AD4-01B4-E6CE996AC567}"/>
              </a:ext>
            </a:extLst>
          </p:cNvPr>
          <p:cNvSpPr>
            <a:spLocks noGrp="1"/>
          </p:cNvSpPr>
          <p:nvPr>
            <p:ph type="body" sz="quarter" idx="25" hasCustomPrompt="1"/>
          </p:nvPr>
        </p:nvSpPr>
        <p:spPr>
          <a:xfrm>
            <a:off x="6859588" y="2860677"/>
            <a:ext cx="1998662" cy="288924"/>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40" name="Text Placeholder">
            <a:extLst>
              <a:ext uri="{FF2B5EF4-FFF2-40B4-BE49-F238E27FC236}">
                <a16:creationId xmlns:a16="http://schemas.microsoft.com/office/drawing/2014/main" id="{7DEB46B5-E732-38A9-8CBA-D33F26CDAB16}"/>
              </a:ext>
            </a:extLst>
          </p:cNvPr>
          <p:cNvSpPr>
            <a:spLocks noGrp="1"/>
          </p:cNvSpPr>
          <p:nvPr>
            <p:ph type="body" sz="quarter" idx="28" hasCustomPrompt="1"/>
          </p:nvPr>
        </p:nvSpPr>
        <p:spPr>
          <a:xfrm>
            <a:off x="4281489" y="4292601"/>
            <a:ext cx="2005011" cy="571500"/>
          </a:xfrm>
        </p:spPr>
        <p:txBody>
          <a:bodyPr/>
          <a:lstStyle>
            <a:lvl1pPr>
              <a:defRPr sz="10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9" name="Text Placeholder">
            <a:extLst>
              <a:ext uri="{FF2B5EF4-FFF2-40B4-BE49-F238E27FC236}">
                <a16:creationId xmlns:a16="http://schemas.microsoft.com/office/drawing/2014/main" id="{825B2F85-A8C0-8844-9DED-CDBDF9FCCAD2}"/>
              </a:ext>
            </a:extLst>
          </p:cNvPr>
          <p:cNvSpPr>
            <a:spLocks noGrp="1"/>
          </p:cNvSpPr>
          <p:nvPr>
            <p:ph type="body" sz="quarter" idx="27" hasCustomPrompt="1"/>
          </p:nvPr>
        </p:nvSpPr>
        <p:spPr>
          <a:xfrm>
            <a:off x="4281489" y="2860677"/>
            <a:ext cx="2005012" cy="1143000"/>
          </a:xfrm>
        </p:spPr>
        <p:txBody>
          <a:bodyPr/>
          <a:lstStyle>
            <a:lvl1pPr>
              <a:defRPr sz="1400" b="1" i="0">
                <a:solidFill>
                  <a:schemeClr val="bg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11" name="Text Placeholder">
            <a:extLst>
              <a:ext uri="{FF2B5EF4-FFF2-40B4-BE49-F238E27FC236}">
                <a16:creationId xmlns:a16="http://schemas.microsoft.com/office/drawing/2014/main" id="{8A2AF84C-DF35-7E1D-36A5-A6F25F1010DC}"/>
              </a:ext>
            </a:extLst>
          </p:cNvPr>
          <p:cNvSpPr>
            <a:spLocks noGrp="1"/>
          </p:cNvSpPr>
          <p:nvPr>
            <p:ph type="body" sz="quarter" idx="24" hasCustomPrompt="1"/>
          </p:nvPr>
        </p:nvSpPr>
        <p:spPr>
          <a:xfrm>
            <a:off x="6859588" y="1717676"/>
            <a:ext cx="1995487" cy="566738"/>
          </a:xfrm>
        </p:spPr>
        <p:txBody>
          <a:bodyPr/>
          <a:lstStyle>
            <a:lvl1pPr>
              <a:defRPr sz="10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10" name="Text Placeholder">
            <a:extLst>
              <a:ext uri="{FF2B5EF4-FFF2-40B4-BE49-F238E27FC236}">
                <a16:creationId xmlns:a16="http://schemas.microsoft.com/office/drawing/2014/main" id="{7811CD6A-DEAC-8126-CBBB-42E67D376F83}"/>
              </a:ext>
            </a:extLst>
          </p:cNvPr>
          <p:cNvSpPr>
            <a:spLocks noGrp="1"/>
          </p:cNvSpPr>
          <p:nvPr>
            <p:ph type="body" sz="quarter" idx="23" hasCustomPrompt="1"/>
          </p:nvPr>
        </p:nvSpPr>
        <p:spPr>
          <a:xfrm>
            <a:off x="6859588" y="288926"/>
            <a:ext cx="1995487" cy="1139826"/>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9" name="Text Placeholder">
            <a:extLst>
              <a:ext uri="{FF2B5EF4-FFF2-40B4-BE49-F238E27FC236}">
                <a16:creationId xmlns:a16="http://schemas.microsoft.com/office/drawing/2014/main" id="{795342B2-8AEE-9FC2-1DAA-6B3BA4D154BD}"/>
              </a:ext>
            </a:extLst>
          </p:cNvPr>
          <p:cNvSpPr>
            <a:spLocks noGrp="1"/>
          </p:cNvSpPr>
          <p:nvPr>
            <p:ph type="body" sz="quarter" idx="31" hasCustomPrompt="1"/>
          </p:nvPr>
        </p:nvSpPr>
        <p:spPr>
          <a:xfrm>
            <a:off x="4284663" y="286015"/>
            <a:ext cx="2000250" cy="288924"/>
          </a:xfrm>
        </p:spPr>
        <p:txBody>
          <a:bodyPr/>
          <a:lstStyle>
            <a:lvl1pPr>
              <a:defRPr sz="1400"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1pPr>
          </a:lstStyle>
          <a:p>
            <a:pPr lvl="0"/>
            <a:r>
              <a:rPr lang="en-US"/>
              <a:t>Edit text</a:t>
            </a:r>
            <a:endParaRPr lang="fr-FR"/>
          </a:p>
        </p:txBody>
      </p:sp>
      <p:sp>
        <p:nvSpPr>
          <p:cNvPr id="3" name="Content Placeholder">
            <a:extLst>
              <a:ext uri="{FF2B5EF4-FFF2-40B4-BE49-F238E27FC236}">
                <a16:creationId xmlns:a16="http://schemas.microsoft.com/office/drawing/2014/main" id="{0AE15282-38FF-397F-B987-2BC4EEAF2D41}"/>
              </a:ext>
            </a:extLst>
          </p:cNvPr>
          <p:cNvSpPr>
            <a:spLocks noGrp="1"/>
          </p:cNvSpPr>
          <p:nvPr>
            <p:ph idx="1" hasCustomPrompt="1"/>
          </p:nvPr>
        </p:nvSpPr>
        <p:spPr>
          <a:xfrm>
            <a:off x="569914" y="1430338"/>
            <a:ext cx="2857500" cy="2859087"/>
          </a:xfrm>
        </p:spPr>
        <p:txBody>
          <a:bodyPr/>
          <a:lstStyle>
            <a:lvl1pPr>
              <a:defRPr b="1" i="0">
                <a:latin typeface="Helvetica 75 Bold" panose="02000503000000020004" pitchFamily="2" charset="0"/>
                <a:ea typeface="Helvetica 75 Bold" panose="02000503000000020004" pitchFamily="2" charset="0"/>
                <a:cs typeface="Helvetica 75 Bold" panose="02000503000000020004" pitchFamily="2" charset="0"/>
              </a:defRPr>
            </a:lvl1pPr>
            <a:lvl2pPr>
              <a:defRPr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2pPr>
            <a:lvl3pPr>
              <a:defRPr b="1" i="0">
                <a:solidFill>
                  <a:schemeClr val="tx1"/>
                </a:solidFill>
                <a:latin typeface="Helvetica 75 Bold" panose="02000503000000020004" pitchFamily="2" charset="0"/>
                <a:ea typeface="Helvetica 75 Bold" panose="02000503000000020004" pitchFamily="2" charset="0"/>
                <a:cs typeface="Helvetica 75 Bold" panose="02000503000000020004" pitchFamily="2" charset="0"/>
              </a:defRPr>
            </a:lvl3pPr>
            <a:lvl4pPr>
              <a:defRPr>
                <a:solidFill>
                  <a:schemeClr val="tx1"/>
                </a:solidFill>
              </a:defRPr>
            </a:lvl4pPr>
            <a:lvl5pPr>
              <a:defRPr>
                <a:solidFill>
                  <a:schemeClr val="tx1"/>
                </a:solidFill>
              </a:defRPr>
            </a:lvl5pPr>
            <a:lvl6pPr>
              <a:defRPr/>
            </a:lvl6p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
        <p:nvSpPr>
          <p:cNvPr id="4" name="Text Placeholder">
            <a:extLst>
              <a:ext uri="{FF2B5EF4-FFF2-40B4-BE49-F238E27FC236}">
                <a16:creationId xmlns:a16="http://schemas.microsoft.com/office/drawing/2014/main" id="{0243E551-0853-B145-F93E-82A654552B45}"/>
              </a:ext>
            </a:extLst>
          </p:cNvPr>
          <p:cNvSpPr>
            <a:spLocks noGrp="1"/>
          </p:cNvSpPr>
          <p:nvPr>
            <p:ph type="title" hasCustomPrompt="1"/>
          </p:nvPr>
        </p:nvSpPr>
        <p:spPr>
          <a:xfrm>
            <a:off x="569914" y="571500"/>
            <a:ext cx="2857500" cy="569913"/>
          </a:xfrm>
        </p:spPr>
        <p:txBody>
          <a:bodyPr/>
          <a:lstStyle>
            <a:lvl1pPr>
              <a:defRPr/>
            </a:lvl1pPr>
          </a:lstStyle>
          <a:p>
            <a:r>
              <a:rPr lang="en-US"/>
              <a:t>Edit title</a:t>
            </a:r>
            <a:endParaRPr lang="en-GB"/>
          </a:p>
        </p:txBody>
      </p:sp>
      <p:sp>
        <p:nvSpPr>
          <p:cNvPr id="6" name="Text Placeholder">
            <a:extLst>
              <a:ext uri="{FF2B5EF4-FFF2-40B4-BE49-F238E27FC236}">
                <a16:creationId xmlns:a16="http://schemas.microsoft.com/office/drawing/2014/main" id="{C88CDC4D-13BA-0837-AAE5-302207A740BE}"/>
              </a:ext>
            </a:extLst>
          </p:cNvPr>
          <p:cNvSpPr txBox="1">
            <a:spLocks/>
          </p:cNvSpPr>
          <p:nvPr userDrawn="1"/>
        </p:nvSpPr>
        <p:spPr>
          <a:xfrm>
            <a:off x="569913" y="4572000"/>
            <a:ext cx="285750" cy="285748"/>
          </a:xfrm>
          <a:prstGeom prst="rect">
            <a:avLst/>
          </a:prstGeom>
        </p:spPr>
        <p:txBody>
          <a:bodyPr wrap="square" lIns="7200" tIns="0" rIns="0" bIns="0" anchor="b">
            <a:normAutofit/>
          </a:bodyPr>
          <a:lstStyle>
            <a:lvl1pPr marL="0" marR="0" indent="0" algn="l" defTabSz="914400" rtl="0" eaLnBrk="1" fontAlgn="base" latinLnBrk="0" hangingPunct="1">
              <a:lnSpc>
                <a:spcPct val="100000"/>
              </a:lnSpc>
              <a:spcBef>
                <a:spcPct val="0"/>
              </a:spcBef>
              <a:spcAft>
                <a:spcPts val="0"/>
              </a:spcAft>
              <a:buClr>
                <a:schemeClr val="tx1"/>
              </a:buClr>
              <a:buSzTx/>
              <a:buFont typeface="Helvetica 75" panose="020B0804020202020204" pitchFamily="34" charset="0"/>
              <a:buNone/>
              <a:tabLst/>
              <a:defRPr lang="fr-FR" sz="1200" kern="1200" baseline="0" dirty="0" smtClean="0">
                <a:solidFill>
                  <a:schemeClr val="tx1">
                    <a:lumMod val="50000"/>
                  </a:schemeClr>
                </a:solidFill>
                <a:latin typeface="Helvetica 75" panose="020B0804020202020204" pitchFamily="34" charset="0"/>
                <a:ea typeface="+mn-ea"/>
                <a:cs typeface="+mn-cs"/>
              </a:defRPr>
            </a:lvl1pPr>
            <a:lvl2pPr marL="688975" indent="-231775"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2pPr>
            <a:lvl3pPr marL="1244600" indent="-285750" algn="l" defTabSz="914400" rtl="0" eaLnBrk="1" fontAlgn="base" latinLnBrk="0" hangingPunct="1">
              <a:spcBef>
                <a:spcPct val="0"/>
              </a:spcBef>
              <a:spcAft>
                <a:spcPts val="600"/>
              </a:spcAft>
              <a:buFont typeface="Helvetica 45 Light" pitchFamily="34" charset="0"/>
              <a:buChar char="–"/>
              <a:defRPr lang="fr-FR" sz="2000" kern="1200" baseline="0" dirty="0" smtClean="0">
                <a:solidFill>
                  <a:schemeClr val="tx1"/>
                </a:solidFill>
                <a:latin typeface="Helvetica 75" panose="020B0804020202020204" pitchFamily="34" charset="0"/>
                <a:ea typeface="+mn-ea"/>
                <a:cs typeface="+mn-cs"/>
              </a:defRPr>
            </a:lvl3pPr>
            <a:lvl4pPr marL="1663700" indent="-285750" algn="l" defTabSz="914400" rtl="0" eaLnBrk="1" fontAlgn="base" latinLnBrk="0" hangingPunct="1">
              <a:spcBef>
                <a:spcPct val="0"/>
              </a:spcBef>
              <a:spcAft>
                <a:spcPts val="600"/>
              </a:spcAft>
              <a:buFont typeface="Helvetica 45 Light" pitchFamily="34" charset="0"/>
              <a:buChar char="–"/>
              <a:defRPr lang="fr-FR" sz="2000" kern="1200" dirty="0" smtClean="0">
                <a:solidFill>
                  <a:schemeClr val="tx1"/>
                </a:solidFill>
                <a:latin typeface="Helvetica 75" panose="020B0804020202020204" pitchFamily="34" charset="0"/>
                <a:ea typeface="+mn-ea"/>
                <a:cs typeface="+mn-cs"/>
              </a:defRPr>
            </a:lvl4pPr>
            <a:lvl5pPr marL="2251075" indent="-596900" algn="l" defTabSz="914400" rtl="0" eaLnBrk="1" fontAlgn="base" latinLnBrk="0" hangingPunct="1">
              <a:spcBef>
                <a:spcPct val="0"/>
              </a:spcBef>
              <a:spcAft>
                <a:spcPts val="600"/>
              </a:spcAft>
              <a:buFont typeface="Helvetica 45 Light" pitchFamily="34" charset="0"/>
              <a:buChar char="–"/>
              <a:defRPr lang="fr-FR" sz="2000" kern="1200" dirty="0">
                <a:solidFill>
                  <a:schemeClr val="tx1"/>
                </a:solidFill>
                <a:latin typeface="Helvetica 75" panose="020B08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fld id="{8702007A-2642-4DC4-A457-FD791426C840}" type="slidenum">
              <a:rPr kumimoji="0" lang="en-GB" sz="800" b="1" i="0" u="none" strike="noStrike" kern="1200" cap="none" spc="0" normalizeH="0" baseline="0" noProof="0" smtClean="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pPr marL="0" marR="0" lvl="0" indent="0" algn="l" defTabSz="914400" rtl="0" eaLnBrk="1" fontAlgn="base" latinLnBrk="0" hangingPunct="1">
                <a:lnSpc>
                  <a:spcPct val="85000"/>
                </a:lnSpc>
                <a:spcBef>
                  <a:spcPct val="0"/>
                </a:spcBef>
                <a:spcAft>
                  <a:spcPts val="1200"/>
                </a:spcAft>
                <a:buClr>
                  <a:srgbClr val="FFFFFF"/>
                </a:buClr>
                <a:buSzTx/>
                <a:buFont typeface="Helvetica 75" panose="020B0804020202020204" pitchFamily="34" charset="0"/>
                <a:buNone/>
                <a:tabLst/>
                <a:defRPr/>
              </a:pPr>
              <a:t>‹N°›</a:t>
            </a:fld>
            <a:endParaRPr kumimoji="0" lang="en-GB" sz="800" b="1" i="0" u="none" strike="noStrike" kern="1200" cap="none" spc="0" normalizeH="0" baseline="0" noProof="0" dirty="0">
              <a:ln>
                <a:noFill/>
              </a:ln>
              <a:solidFill>
                <a:schemeClr val="tx1"/>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endParaRPr>
          </a:p>
        </p:txBody>
      </p:sp>
      <p:sp>
        <p:nvSpPr>
          <p:cNvPr id="7" name="Text Placeholder">
            <a:extLst>
              <a:ext uri="{FF2B5EF4-FFF2-40B4-BE49-F238E27FC236}">
                <a16:creationId xmlns:a16="http://schemas.microsoft.com/office/drawing/2014/main" id="{1A11EE72-C023-8C3A-31A5-580A47CC27E4}"/>
              </a:ext>
            </a:extLst>
          </p:cNvPr>
          <p:cNvSpPr txBox="1"/>
          <p:nvPr userDrawn="1"/>
        </p:nvSpPr>
        <p:spPr>
          <a:xfrm>
            <a:off x="855663" y="4737814"/>
            <a:ext cx="854635" cy="123111"/>
          </a:xfrm>
          <a:prstGeom prst="rect">
            <a:avLst/>
          </a:prstGeom>
          <a:noFill/>
        </p:spPr>
        <p:txBody>
          <a:bodyPr wrap="square" lIns="0" tIns="0" rIns="0" bIns="0" rtlCol="0">
            <a:spAutoFit/>
          </a:bodyPr>
          <a:lstStyle/>
          <a:p>
            <a:r>
              <a:rPr kumimoji="0" lang="en-GB" sz="800" b="1" i="0" u="none" strike="noStrike" kern="1200" cap="none" spc="0" normalizeH="0" baseline="0" dirty="0">
                <a:ln>
                  <a:noFill/>
                </a:ln>
                <a:solidFill>
                  <a:schemeClr val="bg2"/>
                </a:solidFill>
                <a:effectLst/>
                <a:uLnTx/>
                <a:uFillTx/>
                <a:latin typeface="Helvetica 75 Bold" panose="02000503000000020004" pitchFamily="2" charset="0"/>
                <a:ea typeface="Helvetica 75 Bold" panose="02000503000000020004" pitchFamily="2" charset="0"/>
                <a:cs typeface="Helvetica 75 Bold" panose="02000503000000020004" pitchFamily="2" charset="0"/>
              </a:rPr>
              <a:t>Orange Business</a:t>
            </a:r>
          </a:p>
        </p:txBody>
      </p:sp>
    </p:spTree>
    <p:extLst>
      <p:ext uri="{BB962C8B-B14F-4D97-AF65-F5344CB8AC3E}">
        <p14:creationId xmlns:p14="http://schemas.microsoft.com/office/powerpoint/2010/main" val="42019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Click to edit title</a:t>
            </a:r>
          </a:p>
        </p:txBody>
      </p:sp>
    </p:spTree>
    <p:extLst>
      <p:ext uri="{BB962C8B-B14F-4D97-AF65-F5344CB8AC3E}">
        <p14:creationId xmlns:p14="http://schemas.microsoft.com/office/powerpoint/2010/main" val="1675054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p:cNvSpPr>
            <a:spLocks noGrp="1"/>
          </p:cNvSpPr>
          <p:nvPr>
            <p:ph type="title"/>
          </p:nvPr>
        </p:nvSpPr>
        <p:spPr>
          <a:xfrm>
            <a:off x="569914" y="571500"/>
            <a:ext cx="8004176" cy="569913"/>
          </a:xfrm>
          <a:prstGeom prst="rect">
            <a:avLst/>
          </a:prstGeom>
        </p:spPr>
        <p:txBody>
          <a:bodyPr vert="horz" lIns="0" tIns="0" rIns="0" bIns="0" rtlCol="0" anchor="t" anchorCtr="0">
            <a:noAutofit/>
          </a:bodyPr>
          <a:lstStyle/>
          <a:p>
            <a:r>
              <a:rPr lang="en-US"/>
              <a:t>Edit title</a:t>
            </a:r>
            <a:endParaRPr lang="en-GB"/>
          </a:p>
        </p:txBody>
      </p:sp>
      <p:sp>
        <p:nvSpPr>
          <p:cNvPr id="3" name="Text Placeholder"/>
          <p:cNvSpPr>
            <a:spLocks noGrp="1"/>
          </p:cNvSpPr>
          <p:nvPr>
            <p:ph type="body" idx="1"/>
          </p:nvPr>
        </p:nvSpPr>
        <p:spPr>
          <a:xfrm>
            <a:off x="569912" y="1430338"/>
            <a:ext cx="8001001" cy="3141661"/>
          </a:xfrm>
          <a:prstGeom prst="rect">
            <a:avLst/>
          </a:prstGeom>
        </p:spPr>
        <p:txBody>
          <a:bodyPr vert="horz" lIns="0" tIns="0" rIns="0" bIns="0" rtlCol="0">
            <a:noAutofit/>
          </a:bodyPr>
          <a:lstStyle/>
          <a:p>
            <a:pPr lvl="0"/>
            <a:r>
              <a:rPr lang="en-US"/>
              <a:t>Edit text</a:t>
            </a:r>
          </a:p>
          <a:p>
            <a:pPr lvl="1"/>
            <a:r>
              <a:rPr lang="en-US"/>
              <a:t>Second level</a:t>
            </a:r>
          </a:p>
          <a:p>
            <a:pPr lvl="2"/>
            <a:r>
              <a:rPr lang="en-US"/>
              <a:t>Third level</a:t>
            </a:r>
          </a:p>
          <a:p>
            <a:pPr lvl="3"/>
            <a:r>
              <a:rPr lang="en-US"/>
              <a:t>Fourth level</a:t>
            </a:r>
          </a:p>
          <a:p>
            <a:pPr lvl="4"/>
            <a:r>
              <a:rPr lang="en-US"/>
              <a:t>Fifth level</a:t>
            </a:r>
          </a:p>
          <a:p>
            <a:pPr lvl="5"/>
            <a:r>
              <a:rPr lang="en-GB"/>
              <a:t>Sixth level</a:t>
            </a:r>
          </a:p>
        </p:txBody>
      </p:sp>
    </p:spTree>
    <p:extLst>
      <p:ext uri="{BB962C8B-B14F-4D97-AF65-F5344CB8AC3E}">
        <p14:creationId xmlns:p14="http://schemas.microsoft.com/office/powerpoint/2010/main" val="2958726597"/>
      </p:ext>
    </p:extLst>
  </p:cSld>
  <p:clrMap bg1="lt1" tx1="dk1" bg2="lt2" tx2="dk2" accent1="accent1" accent2="accent2" accent3="accent3" accent4="accent4" accent5="accent5" accent6="accent6" hlink="hlink" folHlink="folHlink"/>
  <p:sldLayoutIdLst>
    <p:sldLayoutId id="2147483677" r:id="rId1"/>
    <p:sldLayoutId id="2147483680" r:id="rId2"/>
    <p:sldLayoutId id="2147483697" r:id="rId3"/>
    <p:sldLayoutId id="2147483681" r:id="rId4"/>
    <p:sldLayoutId id="2147483682" r:id="rId5"/>
    <p:sldLayoutId id="2147483683" r:id="rId6"/>
    <p:sldLayoutId id="2147483684" r:id="rId7"/>
    <p:sldLayoutId id="2147483685" r:id="rId8"/>
    <p:sldLayoutId id="2147483686" r:id="rId9"/>
    <p:sldLayoutId id="2147483687" r:id="rId10"/>
    <p:sldLayoutId id="2147483690" r:id="rId11"/>
    <p:sldLayoutId id="2147483691" r:id="rId12"/>
    <p:sldLayoutId id="2147483692" r:id="rId13"/>
    <p:sldLayoutId id="2147483698"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marL="0" indent="0" algn="l" defTabSz="914400" rtl="0" eaLnBrk="1" latinLnBrk="0" hangingPunct="1">
        <a:lnSpc>
          <a:spcPct val="90000"/>
        </a:lnSpc>
        <a:spcBef>
          <a:spcPct val="0"/>
        </a:spcBef>
        <a:buNone/>
        <a:defRPr sz="2000" b="1" i="0" kern="1200" spc="-20" baseline="0">
          <a:solidFill>
            <a:schemeClr val="bg2"/>
          </a:solidFill>
          <a:latin typeface="+mn-lt"/>
          <a:ea typeface="Helvetica 75 Bold" panose="02000503000000020004" pitchFamily="2" charset="0"/>
          <a:cs typeface="Helvetica 75 Bold" panose="02000503000000020004" pitchFamily="2" charset="0"/>
        </a:defRPr>
      </a:lvl1pPr>
    </p:titleStyle>
    <p:body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360">
          <p15:clr>
            <a:srgbClr val="F26B43"/>
          </p15:clr>
        </p15:guide>
        <p15:guide id="10" pos="179">
          <p15:clr>
            <a:srgbClr val="F26B43"/>
          </p15:clr>
        </p15:guide>
        <p15:guide id="29" orient="horz" pos="180">
          <p15:clr>
            <a:srgbClr val="A4A3A4"/>
          </p15:clr>
        </p15:guide>
        <p15:guide id="34" orient="horz" pos="541">
          <p15:clr>
            <a:srgbClr val="A4A3A4"/>
          </p15:clr>
        </p15:guide>
        <p15:guide id="35" orient="horz" pos="720">
          <p15:clr>
            <a:srgbClr val="F26B43"/>
          </p15:clr>
        </p15:guide>
        <p15:guide id="37" orient="horz" pos="901">
          <p15:clr>
            <a:srgbClr val="A4A3A4"/>
          </p15:clr>
        </p15:guide>
        <p15:guide id="38" orient="horz" pos="1080">
          <p15:clr>
            <a:srgbClr val="F26B43"/>
          </p15:clr>
        </p15:guide>
        <p15:guide id="39" orient="horz" pos="1260">
          <p15:clr>
            <a:srgbClr val="A4A3A4"/>
          </p15:clr>
        </p15:guide>
        <p15:guide id="40" orient="horz" pos="1440">
          <p15:clr>
            <a:srgbClr val="F26B43"/>
          </p15:clr>
        </p15:guide>
        <p15:guide id="41" orient="horz" pos="1621">
          <p15:clr>
            <a:srgbClr val="A4A3A4"/>
          </p15:clr>
        </p15:guide>
        <p15:guide id="42" orient="horz" pos="1800">
          <p15:clr>
            <a:srgbClr val="F26B43"/>
          </p15:clr>
        </p15:guide>
        <p15:guide id="43" orient="horz" pos="1981">
          <p15:clr>
            <a:srgbClr val="A4A3A4"/>
          </p15:clr>
        </p15:guide>
        <p15:guide id="44" orient="horz" pos="2160">
          <p15:clr>
            <a:srgbClr val="F26B43"/>
          </p15:clr>
        </p15:guide>
        <p15:guide id="45" orient="horz" pos="2341">
          <p15:clr>
            <a:srgbClr val="A4A3A4"/>
          </p15:clr>
        </p15:guide>
        <p15:guide id="46" orient="horz" pos="2520">
          <p15:clr>
            <a:srgbClr val="F26B43"/>
          </p15:clr>
        </p15:guide>
        <p15:guide id="47" orient="horz" pos="2702">
          <p15:clr>
            <a:srgbClr val="A4A3A4"/>
          </p15:clr>
        </p15:guide>
        <p15:guide id="48" orient="horz" pos="2880">
          <p15:clr>
            <a:srgbClr val="F26B43"/>
          </p15:clr>
        </p15:guide>
        <p15:guide id="49" orient="horz" pos="3062">
          <p15:clr>
            <a:srgbClr val="A4A3A4"/>
          </p15:clr>
        </p15:guide>
        <p15:guide id="65" pos="359">
          <p15:clr>
            <a:srgbClr val="A4A3A4"/>
          </p15:clr>
        </p15:guide>
        <p15:guide id="66" pos="539">
          <p15:clr>
            <a:srgbClr val="F26B43"/>
          </p15:clr>
        </p15:guide>
        <p15:guide id="67" pos="720">
          <p15:clr>
            <a:srgbClr val="A4A3A4"/>
          </p15:clr>
        </p15:guide>
        <p15:guide id="68" pos="899">
          <p15:clr>
            <a:srgbClr val="F26B43"/>
          </p15:clr>
        </p15:guide>
        <p15:guide id="69" pos="1079">
          <p15:clr>
            <a:srgbClr val="A4A3A4"/>
          </p15:clr>
        </p15:guide>
        <p15:guide id="70" pos="1259">
          <p15:clr>
            <a:srgbClr val="F26B43"/>
          </p15:clr>
        </p15:guide>
        <p15:guide id="71" pos="1440">
          <p15:clr>
            <a:srgbClr val="A4A3A4"/>
          </p15:clr>
        </p15:guide>
        <p15:guide id="72" pos="1620">
          <p15:clr>
            <a:srgbClr val="F26B43"/>
          </p15:clr>
        </p15:guide>
        <p15:guide id="73" pos="1799">
          <p15:clr>
            <a:srgbClr val="A4A3A4"/>
          </p15:clr>
        </p15:guide>
        <p15:guide id="74" pos="1980">
          <p15:clr>
            <a:srgbClr val="F26B43"/>
          </p15:clr>
        </p15:guide>
        <p15:guide id="76" pos="2159">
          <p15:clr>
            <a:srgbClr val="A4A3A4"/>
          </p15:clr>
        </p15:guide>
        <p15:guide id="77" pos="2340">
          <p15:clr>
            <a:srgbClr val="F26B43"/>
          </p15:clr>
        </p15:guide>
        <p15:guide id="78" pos="2519">
          <p15:clr>
            <a:srgbClr val="A4A3A4"/>
          </p15:clr>
        </p15:guide>
        <p15:guide id="79" pos="2699">
          <p15:clr>
            <a:srgbClr val="F26B43"/>
          </p15:clr>
        </p15:guide>
        <p15:guide id="80" pos="2879">
          <p15:clr>
            <a:srgbClr val="A4A3A4"/>
          </p15:clr>
        </p15:guide>
        <p15:guide id="81" pos="3060">
          <p15:clr>
            <a:srgbClr val="F26B43"/>
          </p15:clr>
        </p15:guide>
        <p15:guide id="82" pos="3239">
          <p15:clr>
            <a:srgbClr val="A4A3A4"/>
          </p15:clr>
        </p15:guide>
        <p15:guide id="83" pos="3418">
          <p15:clr>
            <a:srgbClr val="F26B43"/>
          </p15:clr>
        </p15:guide>
        <p15:guide id="85" pos="3599">
          <p15:clr>
            <a:srgbClr val="A4A3A4"/>
          </p15:clr>
        </p15:guide>
        <p15:guide id="86" pos="3780">
          <p15:clr>
            <a:srgbClr val="F26B43"/>
          </p15:clr>
        </p15:guide>
        <p15:guide id="87" pos="3959">
          <p15:clr>
            <a:srgbClr val="A4A3A4"/>
          </p15:clr>
        </p15:guide>
        <p15:guide id="88" pos="4139">
          <p15:clr>
            <a:srgbClr val="F26B43"/>
          </p15:clr>
        </p15:guide>
        <p15:guide id="89" pos="4320">
          <p15:clr>
            <a:srgbClr val="A4A3A4"/>
          </p15:clr>
        </p15:guide>
        <p15:guide id="90" pos="4499">
          <p15:clr>
            <a:srgbClr val="F26B43"/>
          </p15:clr>
        </p15:guide>
        <p15:guide id="91" pos="4679">
          <p15:clr>
            <a:srgbClr val="A4A3A4"/>
          </p15:clr>
        </p15:guide>
        <p15:guide id="92" pos="4859">
          <p15:clr>
            <a:srgbClr val="F26B43"/>
          </p15:clr>
        </p15:guide>
        <p15:guide id="93" pos="5039">
          <p15:clr>
            <a:srgbClr val="A4A3A4"/>
          </p15:clr>
        </p15:guide>
        <p15:guide id="94" pos="5220">
          <p15:clr>
            <a:srgbClr val="F26B43"/>
          </p15:clr>
        </p15:guide>
        <p15:guide id="95" pos="5399">
          <p15:clr>
            <a:srgbClr val="A4A3A4"/>
          </p15:clr>
        </p15:guide>
        <p15:guide id="96" pos="557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C8Oz4aWB7bU" TargetMode="External"/><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svg"/><Relationship Id="rId3" Type="http://schemas.openxmlformats.org/officeDocument/2006/relationships/image" Target="../media/image22.sv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hyperlink" Target="https://www.youtube.com/watch?v=49qLjWTvsbg" TargetMode="External"/><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slides/_rels/slide1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5.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svg"/></Relationships>
</file>

<file path=ppt/slides/_rels/slide17.xml.rels><?xml version="1.0" encoding="UTF-8" standalone="yes"?>
<Relationships xmlns="http://schemas.openxmlformats.org/package/2006/relationships"><Relationship Id="rId8" Type="http://schemas.openxmlformats.org/officeDocument/2006/relationships/image" Target="../media/image73.svg"/><Relationship Id="rId13" Type="http://schemas.openxmlformats.org/officeDocument/2006/relationships/image" Target="../media/image78.png"/><Relationship Id="rId18" Type="http://schemas.openxmlformats.org/officeDocument/2006/relationships/image" Target="../media/image83.sv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svg"/><Relationship Id="rId17" Type="http://schemas.openxmlformats.org/officeDocument/2006/relationships/image" Target="../media/image82.png"/><Relationship Id="rId2" Type="http://schemas.openxmlformats.org/officeDocument/2006/relationships/notesSlide" Target="../notesSlides/notesSlide2.xml"/><Relationship Id="rId16" Type="http://schemas.openxmlformats.org/officeDocument/2006/relationships/image" Target="../media/image81.svg"/><Relationship Id="rId20" Type="http://schemas.openxmlformats.org/officeDocument/2006/relationships/image" Target="../media/image85.svg"/><Relationship Id="rId1" Type="http://schemas.openxmlformats.org/officeDocument/2006/relationships/slideLayout" Target="../slideLayouts/slideLayout14.xml"/><Relationship Id="rId6" Type="http://schemas.openxmlformats.org/officeDocument/2006/relationships/image" Target="../media/image71.svg"/><Relationship Id="rId11" Type="http://schemas.openxmlformats.org/officeDocument/2006/relationships/image" Target="../media/image76.png"/><Relationship Id="rId5" Type="http://schemas.openxmlformats.org/officeDocument/2006/relationships/image" Target="../media/image70.png"/><Relationship Id="rId15" Type="http://schemas.openxmlformats.org/officeDocument/2006/relationships/image" Target="../media/image80.png"/><Relationship Id="rId10" Type="http://schemas.openxmlformats.org/officeDocument/2006/relationships/image" Target="../media/image75.svg"/><Relationship Id="rId19" Type="http://schemas.openxmlformats.org/officeDocument/2006/relationships/image" Target="../media/image84.png"/><Relationship Id="rId4" Type="http://schemas.openxmlformats.org/officeDocument/2006/relationships/image" Target="../media/image69.svg"/><Relationship Id="rId9" Type="http://schemas.openxmlformats.org/officeDocument/2006/relationships/image" Target="../media/image74.png"/><Relationship Id="rId14" Type="http://schemas.openxmlformats.org/officeDocument/2006/relationships/image" Target="../media/image79.svg"/></Relationships>
</file>

<file path=ppt/slides/_rels/slide1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2.svg"/><Relationship Id="rId7" Type="http://schemas.openxmlformats.org/officeDocument/2006/relationships/image" Target="../media/image96.svg"/><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4.svg"/><Relationship Id="rId4" Type="http://schemas.openxmlformats.org/officeDocument/2006/relationships/image" Target="../media/image93.png"/></Relationships>
</file>

<file path=ppt/slides/_rels/slide2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00.png"/><Relationship Id="rId7" Type="http://schemas.openxmlformats.org/officeDocument/2006/relationships/image" Target="../media/image103.png"/><Relationship Id="rId2"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102.png"/><Relationship Id="rId5" Type="http://schemas.microsoft.com/office/2007/relationships/hdphoto" Target="../media/hdphoto2.wdp"/><Relationship Id="rId10" Type="http://schemas.openxmlformats.org/officeDocument/2006/relationships/image" Target="../media/image105.png"/><Relationship Id="rId4" Type="http://schemas.openxmlformats.org/officeDocument/2006/relationships/image" Target="../media/image101.png"/><Relationship Id="rId9" Type="http://schemas.openxmlformats.org/officeDocument/2006/relationships/image" Target="../media/image104.png"/></Relationships>
</file>

<file path=ppt/slides/_rels/slide26.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microsoft.com/office/2007/relationships/hdphoto" Target="../media/hdphoto4.wdp"/></Relationships>
</file>

<file path=ppt/slides/_rels/slide28.xml.rels><?xml version="1.0" encoding="UTF-8" standalone="yes"?>
<Relationships xmlns="http://schemas.openxmlformats.org/package/2006/relationships"><Relationship Id="rId8" Type="http://schemas.openxmlformats.org/officeDocument/2006/relationships/image" Target="../media/image114.sv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10.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0E55-683B-0B9F-A25A-0BAE90BE18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8D38358-FA64-0DCE-4FF6-5C831EBCA29D}"/>
              </a:ext>
            </a:extLst>
          </p:cNvPr>
          <p:cNvPicPr>
            <a:picLocks noChangeAspect="1"/>
          </p:cNvPicPr>
          <p:nvPr/>
        </p:nvPicPr>
        <p:blipFill>
          <a:blip r:embed="rId2" cstate="print">
            <a:extLst>
              <a:ext uri="{28A0092B-C50C-407E-A947-70E740481C1C}">
                <a14:useLocalDpi xmlns:a14="http://schemas.microsoft.com/office/drawing/2010/main" val="0"/>
              </a:ext>
            </a:extLst>
          </a:blip>
          <a:srcRect l="2222" r="2222"/>
          <a:stretch/>
        </p:blipFill>
        <p:spPr>
          <a:xfrm>
            <a:off x="-1" y="-4206"/>
            <a:ext cx="9151477" cy="5147706"/>
          </a:xfrm>
          <a:prstGeom prst="rect">
            <a:avLst/>
          </a:prstGeom>
        </p:spPr>
      </p:pic>
      <p:sp>
        <p:nvSpPr>
          <p:cNvPr id="11" name="Title 10">
            <a:extLst>
              <a:ext uri="{FF2B5EF4-FFF2-40B4-BE49-F238E27FC236}">
                <a16:creationId xmlns:a16="http://schemas.microsoft.com/office/drawing/2014/main" id="{00C1FD62-93C7-90E8-90AE-CF9970F40643}"/>
              </a:ext>
            </a:extLst>
          </p:cNvPr>
          <p:cNvSpPr>
            <a:spLocks noGrp="1"/>
          </p:cNvSpPr>
          <p:nvPr>
            <p:ph type="ctrTitle"/>
          </p:nvPr>
        </p:nvSpPr>
        <p:spPr>
          <a:xfrm>
            <a:off x="569913" y="858838"/>
            <a:ext cx="3913952" cy="1487755"/>
          </a:xfrm>
        </p:spPr>
        <p:txBody>
          <a:bodyPr/>
          <a:lstStyle/>
          <a:p>
            <a:r>
              <a:rPr lang="en-US" sz="3600" noProof="0" dirty="0">
                <a:latin typeface="+mj-lt"/>
              </a:rPr>
              <a:t>Orange Business </a:t>
            </a:r>
            <a:r>
              <a:rPr lang="en-US" sz="3600" noProof="0" dirty="0">
                <a:solidFill>
                  <a:schemeClr val="tx1"/>
                </a:solidFill>
                <a:latin typeface="+mj-lt"/>
              </a:rPr>
              <a:t>Corporate Presentation</a:t>
            </a:r>
          </a:p>
        </p:txBody>
      </p:sp>
      <p:sp>
        <p:nvSpPr>
          <p:cNvPr id="12" name="Text Placeholder 11">
            <a:extLst>
              <a:ext uri="{FF2B5EF4-FFF2-40B4-BE49-F238E27FC236}">
                <a16:creationId xmlns:a16="http://schemas.microsoft.com/office/drawing/2014/main" id="{6FFD93B2-D070-2196-F580-D2ABA9300AEF}"/>
              </a:ext>
            </a:extLst>
          </p:cNvPr>
          <p:cNvSpPr>
            <a:spLocks noGrp="1"/>
          </p:cNvSpPr>
          <p:nvPr>
            <p:ph type="body" sz="quarter" idx="16"/>
          </p:nvPr>
        </p:nvSpPr>
        <p:spPr>
          <a:xfrm>
            <a:off x="569913" y="2571750"/>
            <a:ext cx="3144837" cy="565149"/>
          </a:xfrm>
        </p:spPr>
        <p:txBody>
          <a:bodyPr/>
          <a:lstStyle/>
          <a:p>
            <a:r>
              <a:rPr lang="en-US" noProof="0" dirty="0"/>
              <a:t>May 2026</a:t>
            </a:r>
          </a:p>
        </p:txBody>
      </p:sp>
      <p:grpSp>
        <p:nvGrpSpPr>
          <p:cNvPr id="2" name="Logo">
            <a:extLst>
              <a:ext uri="{FF2B5EF4-FFF2-40B4-BE49-F238E27FC236}">
                <a16:creationId xmlns:a16="http://schemas.microsoft.com/office/drawing/2014/main" id="{DC1D9E86-AC03-4FA8-34DF-8DA5AD870E66}"/>
              </a:ext>
            </a:extLst>
          </p:cNvPr>
          <p:cNvGrpSpPr>
            <a:grpSpLocks/>
          </p:cNvGrpSpPr>
          <p:nvPr/>
        </p:nvGrpSpPr>
        <p:grpSpPr>
          <a:xfrm>
            <a:off x="576581" y="4289425"/>
            <a:ext cx="1331124" cy="279691"/>
            <a:chOff x="569913" y="4057650"/>
            <a:chExt cx="2447925" cy="514350"/>
          </a:xfrm>
        </p:grpSpPr>
        <p:sp>
          <p:nvSpPr>
            <p:cNvPr id="4" name="Freeform 5">
              <a:extLst>
                <a:ext uri="{FF2B5EF4-FFF2-40B4-BE49-F238E27FC236}">
                  <a16:creationId xmlns:a16="http://schemas.microsoft.com/office/drawing/2014/main" id="{855395BD-5481-0B04-05AE-9317743F8F84}"/>
                </a:ext>
              </a:extLst>
            </p:cNvPr>
            <p:cNvSpPr>
              <a:spLocks/>
            </p:cNvSpPr>
            <p:nvPr userDrawn="1"/>
          </p:nvSpPr>
          <p:spPr bwMode="auto">
            <a:xfrm>
              <a:off x="1243013" y="4160838"/>
              <a:ext cx="257175" cy="307975"/>
            </a:xfrm>
            <a:custGeom>
              <a:avLst/>
              <a:gdLst>
                <a:gd name="T0" fmla="*/ 213 w 379"/>
                <a:gd name="T1" fmla="*/ 0 h 453"/>
                <a:gd name="T2" fmla="*/ 272 w 379"/>
                <a:gd name="T3" fmla="*/ 6 h 453"/>
                <a:gd name="T4" fmla="*/ 318 w 379"/>
                <a:gd name="T5" fmla="*/ 24 h 453"/>
                <a:gd name="T6" fmla="*/ 347 w 379"/>
                <a:gd name="T7" fmla="*/ 59 h 453"/>
                <a:gd name="T8" fmla="*/ 358 w 379"/>
                <a:gd name="T9" fmla="*/ 112 h 453"/>
                <a:gd name="T10" fmla="*/ 342 w 379"/>
                <a:gd name="T11" fmla="*/ 169 h 453"/>
                <a:gd name="T12" fmla="*/ 296 w 379"/>
                <a:gd name="T13" fmla="*/ 207 h 453"/>
                <a:gd name="T14" fmla="*/ 359 w 379"/>
                <a:gd name="T15" fmla="*/ 249 h 453"/>
                <a:gd name="T16" fmla="*/ 379 w 379"/>
                <a:gd name="T17" fmla="*/ 322 h 453"/>
                <a:gd name="T18" fmla="*/ 366 w 379"/>
                <a:gd name="T19" fmla="*/ 381 h 453"/>
                <a:gd name="T20" fmla="*/ 330 w 379"/>
                <a:gd name="T21" fmla="*/ 422 h 453"/>
                <a:gd name="T22" fmla="*/ 279 w 379"/>
                <a:gd name="T23" fmla="*/ 446 h 453"/>
                <a:gd name="T24" fmla="*/ 219 w 379"/>
                <a:gd name="T25" fmla="*/ 453 h 453"/>
                <a:gd name="T26" fmla="*/ 0 w 379"/>
                <a:gd name="T27" fmla="*/ 453 h 453"/>
                <a:gd name="T28" fmla="*/ 0 w 379"/>
                <a:gd name="T29" fmla="*/ 0 h 453"/>
                <a:gd name="T30" fmla="*/ 213 w 379"/>
                <a:gd name="T31" fmla="*/ 0 h 453"/>
                <a:gd name="T32" fmla="*/ 200 w 379"/>
                <a:gd name="T33" fmla="*/ 183 h 453"/>
                <a:gd name="T34" fmla="*/ 244 w 379"/>
                <a:gd name="T35" fmla="*/ 171 h 453"/>
                <a:gd name="T36" fmla="*/ 261 w 379"/>
                <a:gd name="T37" fmla="*/ 129 h 453"/>
                <a:gd name="T38" fmla="*/ 256 w 379"/>
                <a:gd name="T39" fmla="*/ 103 h 453"/>
                <a:gd name="T40" fmla="*/ 240 w 379"/>
                <a:gd name="T41" fmla="*/ 88 h 453"/>
                <a:gd name="T42" fmla="*/ 218 w 379"/>
                <a:gd name="T43" fmla="*/ 80 h 453"/>
                <a:gd name="T44" fmla="*/ 193 w 379"/>
                <a:gd name="T45" fmla="*/ 77 h 453"/>
                <a:gd name="T46" fmla="*/ 99 w 379"/>
                <a:gd name="T47" fmla="*/ 77 h 453"/>
                <a:gd name="T48" fmla="*/ 99 w 379"/>
                <a:gd name="T49" fmla="*/ 183 h 453"/>
                <a:gd name="T50" fmla="*/ 200 w 379"/>
                <a:gd name="T51" fmla="*/ 183 h 453"/>
                <a:gd name="T52" fmla="*/ 206 w 379"/>
                <a:gd name="T53" fmla="*/ 376 h 453"/>
                <a:gd name="T54" fmla="*/ 234 w 379"/>
                <a:gd name="T55" fmla="*/ 373 h 453"/>
                <a:gd name="T56" fmla="*/ 257 w 379"/>
                <a:gd name="T57" fmla="*/ 363 h 453"/>
                <a:gd name="T58" fmla="*/ 274 w 379"/>
                <a:gd name="T59" fmla="*/ 345 h 453"/>
                <a:gd name="T60" fmla="*/ 280 w 379"/>
                <a:gd name="T61" fmla="*/ 316 h 453"/>
                <a:gd name="T62" fmla="*/ 260 w 379"/>
                <a:gd name="T63" fmla="*/ 266 h 453"/>
                <a:gd name="T64" fmla="*/ 208 w 379"/>
                <a:gd name="T65" fmla="*/ 251 h 453"/>
                <a:gd name="T66" fmla="*/ 99 w 379"/>
                <a:gd name="T67" fmla="*/ 251 h 453"/>
                <a:gd name="T68" fmla="*/ 99 w 379"/>
                <a:gd name="T69" fmla="*/ 376 h 453"/>
                <a:gd name="T70" fmla="*/ 206 w 379"/>
                <a:gd name="T71" fmla="*/ 376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9" h="453">
                  <a:moveTo>
                    <a:pt x="213" y="0"/>
                  </a:moveTo>
                  <a:cubicBezTo>
                    <a:pt x="235" y="0"/>
                    <a:pt x="254" y="2"/>
                    <a:pt x="272" y="6"/>
                  </a:cubicBezTo>
                  <a:cubicBezTo>
                    <a:pt x="290" y="9"/>
                    <a:pt x="305" y="16"/>
                    <a:pt x="318" y="24"/>
                  </a:cubicBezTo>
                  <a:cubicBezTo>
                    <a:pt x="330" y="33"/>
                    <a:pt x="340" y="45"/>
                    <a:pt x="347" y="59"/>
                  </a:cubicBezTo>
                  <a:cubicBezTo>
                    <a:pt x="354" y="73"/>
                    <a:pt x="358" y="91"/>
                    <a:pt x="358" y="112"/>
                  </a:cubicBezTo>
                  <a:cubicBezTo>
                    <a:pt x="358" y="135"/>
                    <a:pt x="353" y="154"/>
                    <a:pt x="342" y="169"/>
                  </a:cubicBezTo>
                  <a:cubicBezTo>
                    <a:pt x="332" y="185"/>
                    <a:pt x="316" y="197"/>
                    <a:pt x="296" y="207"/>
                  </a:cubicBezTo>
                  <a:cubicBezTo>
                    <a:pt x="324" y="215"/>
                    <a:pt x="345" y="229"/>
                    <a:pt x="359" y="249"/>
                  </a:cubicBezTo>
                  <a:cubicBezTo>
                    <a:pt x="372" y="269"/>
                    <a:pt x="379" y="293"/>
                    <a:pt x="379" y="322"/>
                  </a:cubicBezTo>
                  <a:cubicBezTo>
                    <a:pt x="379" y="345"/>
                    <a:pt x="375" y="364"/>
                    <a:pt x="366" y="381"/>
                  </a:cubicBezTo>
                  <a:cubicBezTo>
                    <a:pt x="357" y="398"/>
                    <a:pt x="345" y="412"/>
                    <a:pt x="330" y="422"/>
                  </a:cubicBezTo>
                  <a:cubicBezTo>
                    <a:pt x="315" y="433"/>
                    <a:pt x="298" y="441"/>
                    <a:pt x="279" y="446"/>
                  </a:cubicBezTo>
                  <a:cubicBezTo>
                    <a:pt x="259" y="451"/>
                    <a:pt x="240" y="453"/>
                    <a:pt x="219" y="453"/>
                  </a:cubicBezTo>
                  <a:cubicBezTo>
                    <a:pt x="0" y="453"/>
                    <a:pt x="0" y="453"/>
                    <a:pt x="0" y="453"/>
                  </a:cubicBezTo>
                  <a:cubicBezTo>
                    <a:pt x="0" y="0"/>
                    <a:pt x="0" y="0"/>
                    <a:pt x="0" y="0"/>
                  </a:cubicBezTo>
                  <a:lnTo>
                    <a:pt x="213" y="0"/>
                  </a:lnTo>
                  <a:close/>
                  <a:moveTo>
                    <a:pt x="200" y="183"/>
                  </a:moveTo>
                  <a:cubicBezTo>
                    <a:pt x="218" y="183"/>
                    <a:pt x="233" y="179"/>
                    <a:pt x="244" y="171"/>
                  </a:cubicBezTo>
                  <a:cubicBezTo>
                    <a:pt x="256" y="162"/>
                    <a:pt x="261" y="149"/>
                    <a:pt x="261" y="129"/>
                  </a:cubicBezTo>
                  <a:cubicBezTo>
                    <a:pt x="261" y="119"/>
                    <a:pt x="259" y="110"/>
                    <a:pt x="256" y="103"/>
                  </a:cubicBezTo>
                  <a:cubicBezTo>
                    <a:pt x="252" y="97"/>
                    <a:pt x="247" y="91"/>
                    <a:pt x="240" y="88"/>
                  </a:cubicBezTo>
                  <a:cubicBezTo>
                    <a:pt x="234" y="84"/>
                    <a:pt x="227" y="81"/>
                    <a:pt x="218" y="80"/>
                  </a:cubicBezTo>
                  <a:cubicBezTo>
                    <a:pt x="210" y="78"/>
                    <a:pt x="202" y="77"/>
                    <a:pt x="193" y="77"/>
                  </a:cubicBezTo>
                  <a:cubicBezTo>
                    <a:pt x="99" y="77"/>
                    <a:pt x="99" y="77"/>
                    <a:pt x="99" y="77"/>
                  </a:cubicBezTo>
                  <a:cubicBezTo>
                    <a:pt x="99" y="183"/>
                    <a:pt x="99" y="183"/>
                    <a:pt x="99" y="183"/>
                  </a:cubicBezTo>
                  <a:lnTo>
                    <a:pt x="200" y="183"/>
                  </a:lnTo>
                  <a:close/>
                  <a:moveTo>
                    <a:pt x="206" y="376"/>
                  </a:moveTo>
                  <a:cubicBezTo>
                    <a:pt x="216" y="376"/>
                    <a:pt x="225" y="375"/>
                    <a:pt x="234" y="373"/>
                  </a:cubicBezTo>
                  <a:cubicBezTo>
                    <a:pt x="243" y="371"/>
                    <a:pt x="251" y="368"/>
                    <a:pt x="257" y="363"/>
                  </a:cubicBezTo>
                  <a:cubicBezTo>
                    <a:pt x="264" y="359"/>
                    <a:pt x="270" y="353"/>
                    <a:pt x="274" y="345"/>
                  </a:cubicBezTo>
                  <a:cubicBezTo>
                    <a:pt x="278" y="338"/>
                    <a:pt x="280" y="328"/>
                    <a:pt x="280" y="316"/>
                  </a:cubicBezTo>
                  <a:cubicBezTo>
                    <a:pt x="280" y="293"/>
                    <a:pt x="273" y="276"/>
                    <a:pt x="260" y="266"/>
                  </a:cubicBezTo>
                  <a:cubicBezTo>
                    <a:pt x="247" y="256"/>
                    <a:pt x="229" y="251"/>
                    <a:pt x="208" y="251"/>
                  </a:cubicBezTo>
                  <a:cubicBezTo>
                    <a:pt x="99" y="251"/>
                    <a:pt x="99" y="251"/>
                    <a:pt x="99" y="251"/>
                  </a:cubicBezTo>
                  <a:cubicBezTo>
                    <a:pt x="99" y="376"/>
                    <a:pt x="99" y="376"/>
                    <a:pt x="99" y="376"/>
                  </a:cubicBezTo>
                  <a:lnTo>
                    <a:pt x="206" y="37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5" name="Freeform 6">
              <a:extLst>
                <a:ext uri="{FF2B5EF4-FFF2-40B4-BE49-F238E27FC236}">
                  <a16:creationId xmlns:a16="http://schemas.microsoft.com/office/drawing/2014/main" id="{58711EF1-5013-B0D1-0017-5045D769B2A9}"/>
                </a:ext>
              </a:extLst>
            </p:cNvPr>
            <p:cNvSpPr>
              <a:spLocks/>
            </p:cNvSpPr>
            <p:nvPr userDrawn="1"/>
          </p:nvSpPr>
          <p:spPr bwMode="auto">
            <a:xfrm>
              <a:off x="1531938" y="4244975"/>
              <a:ext cx="209550" cy="230188"/>
            </a:xfrm>
            <a:custGeom>
              <a:avLst/>
              <a:gdLst>
                <a:gd name="T0" fmla="*/ 222 w 308"/>
                <a:gd name="T1" fmla="*/ 328 h 337"/>
                <a:gd name="T2" fmla="*/ 222 w 308"/>
                <a:gd name="T3" fmla="*/ 283 h 337"/>
                <a:gd name="T4" fmla="*/ 220 w 308"/>
                <a:gd name="T5" fmla="*/ 283 h 337"/>
                <a:gd name="T6" fmla="*/ 176 w 308"/>
                <a:gd name="T7" fmla="*/ 324 h 337"/>
                <a:gd name="T8" fmla="*/ 120 w 308"/>
                <a:gd name="T9" fmla="*/ 337 h 337"/>
                <a:gd name="T10" fmla="*/ 61 w 308"/>
                <a:gd name="T11" fmla="*/ 327 h 337"/>
                <a:gd name="T12" fmla="*/ 24 w 308"/>
                <a:gd name="T13" fmla="*/ 300 h 337"/>
                <a:gd name="T14" fmla="*/ 5 w 308"/>
                <a:gd name="T15" fmla="*/ 257 h 337"/>
                <a:gd name="T16" fmla="*/ 0 w 308"/>
                <a:gd name="T17" fmla="*/ 202 h 337"/>
                <a:gd name="T18" fmla="*/ 0 w 308"/>
                <a:gd name="T19" fmla="*/ 0 h 337"/>
                <a:gd name="T20" fmla="*/ 90 w 308"/>
                <a:gd name="T21" fmla="*/ 0 h 337"/>
                <a:gd name="T22" fmla="*/ 90 w 308"/>
                <a:gd name="T23" fmla="*/ 185 h 337"/>
                <a:gd name="T24" fmla="*/ 103 w 308"/>
                <a:gd name="T25" fmla="*/ 246 h 337"/>
                <a:gd name="T26" fmla="*/ 148 w 308"/>
                <a:gd name="T27" fmla="*/ 266 h 337"/>
                <a:gd name="T28" fmla="*/ 201 w 308"/>
                <a:gd name="T29" fmla="*/ 244 h 337"/>
                <a:gd name="T30" fmla="*/ 218 w 308"/>
                <a:gd name="T31" fmla="*/ 172 h 337"/>
                <a:gd name="T32" fmla="*/ 218 w 308"/>
                <a:gd name="T33" fmla="*/ 0 h 337"/>
                <a:gd name="T34" fmla="*/ 308 w 308"/>
                <a:gd name="T35" fmla="*/ 0 h 337"/>
                <a:gd name="T36" fmla="*/ 308 w 308"/>
                <a:gd name="T37" fmla="*/ 328 h 337"/>
                <a:gd name="T38" fmla="*/ 222 w 308"/>
                <a:gd name="T39" fmla="*/ 328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222" y="328"/>
                  </a:moveTo>
                  <a:cubicBezTo>
                    <a:pt x="222" y="283"/>
                    <a:pt x="222" y="283"/>
                    <a:pt x="222" y="283"/>
                  </a:cubicBezTo>
                  <a:cubicBezTo>
                    <a:pt x="220" y="283"/>
                    <a:pt x="220" y="283"/>
                    <a:pt x="220" y="283"/>
                  </a:cubicBezTo>
                  <a:cubicBezTo>
                    <a:pt x="209" y="302"/>
                    <a:pt x="194" y="315"/>
                    <a:pt x="176" y="324"/>
                  </a:cubicBezTo>
                  <a:cubicBezTo>
                    <a:pt x="158" y="332"/>
                    <a:pt x="139" y="337"/>
                    <a:pt x="120" y="337"/>
                  </a:cubicBezTo>
                  <a:cubicBezTo>
                    <a:pt x="96" y="337"/>
                    <a:pt x="76" y="333"/>
                    <a:pt x="61" y="327"/>
                  </a:cubicBezTo>
                  <a:cubicBezTo>
                    <a:pt x="45" y="321"/>
                    <a:pt x="33" y="312"/>
                    <a:pt x="24" y="300"/>
                  </a:cubicBezTo>
                  <a:cubicBezTo>
                    <a:pt x="15" y="288"/>
                    <a:pt x="9" y="274"/>
                    <a:pt x="5" y="257"/>
                  </a:cubicBezTo>
                  <a:cubicBezTo>
                    <a:pt x="2" y="241"/>
                    <a:pt x="0" y="222"/>
                    <a:pt x="0" y="202"/>
                  </a:cubicBezTo>
                  <a:cubicBezTo>
                    <a:pt x="0" y="0"/>
                    <a:pt x="0" y="0"/>
                    <a:pt x="0" y="0"/>
                  </a:cubicBezTo>
                  <a:cubicBezTo>
                    <a:pt x="90" y="0"/>
                    <a:pt x="90" y="0"/>
                    <a:pt x="90" y="0"/>
                  </a:cubicBezTo>
                  <a:cubicBezTo>
                    <a:pt x="90" y="185"/>
                    <a:pt x="90" y="185"/>
                    <a:pt x="90" y="185"/>
                  </a:cubicBezTo>
                  <a:cubicBezTo>
                    <a:pt x="90" y="213"/>
                    <a:pt x="94" y="233"/>
                    <a:pt x="103" y="246"/>
                  </a:cubicBezTo>
                  <a:cubicBezTo>
                    <a:pt x="111" y="259"/>
                    <a:pt x="126" y="266"/>
                    <a:pt x="148" y="266"/>
                  </a:cubicBezTo>
                  <a:cubicBezTo>
                    <a:pt x="172" y="266"/>
                    <a:pt x="190" y="259"/>
                    <a:pt x="201" y="244"/>
                  </a:cubicBezTo>
                  <a:cubicBezTo>
                    <a:pt x="212" y="230"/>
                    <a:pt x="218" y="206"/>
                    <a:pt x="218" y="172"/>
                  </a:cubicBezTo>
                  <a:cubicBezTo>
                    <a:pt x="218" y="0"/>
                    <a:pt x="218" y="0"/>
                    <a:pt x="218" y="0"/>
                  </a:cubicBezTo>
                  <a:cubicBezTo>
                    <a:pt x="308" y="0"/>
                    <a:pt x="308" y="0"/>
                    <a:pt x="308" y="0"/>
                  </a:cubicBezTo>
                  <a:cubicBezTo>
                    <a:pt x="308" y="328"/>
                    <a:pt x="308" y="328"/>
                    <a:pt x="308" y="328"/>
                  </a:cubicBezTo>
                  <a:lnTo>
                    <a:pt x="222" y="32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6" name="Freeform 7">
              <a:extLst>
                <a:ext uri="{FF2B5EF4-FFF2-40B4-BE49-F238E27FC236}">
                  <a16:creationId xmlns:a16="http://schemas.microsoft.com/office/drawing/2014/main" id="{84DC191D-D01D-E90B-C762-7DD2F085099C}"/>
                </a:ext>
              </a:extLst>
            </p:cNvPr>
            <p:cNvSpPr>
              <a:spLocks/>
            </p:cNvSpPr>
            <p:nvPr userDrawn="1"/>
          </p:nvSpPr>
          <p:spPr bwMode="auto">
            <a:xfrm>
              <a:off x="1770063" y="4238625"/>
              <a:ext cx="206375" cy="236538"/>
            </a:xfrm>
            <a:custGeom>
              <a:avLst/>
              <a:gdLst>
                <a:gd name="T0" fmla="*/ 92 w 304"/>
                <a:gd name="T1" fmla="*/ 256 h 346"/>
                <a:gd name="T2" fmla="*/ 108 w 304"/>
                <a:gd name="T3" fmla="*/ 273 h 346"/>
                <a:gd name="T4" fmla="*/ 129 w 304"/>
                <a:gd name="T5" fmla="*/ 283 h 346"/>
                <a:gd name="T6" fmla="*/ 155 w 304"/>
                <a:gd name="T7" fmla="*/ 286 h 346"/>
                <a:gd name="T8" fmla="*/ 175 w 304"/>
                <a:gd name="T9" fmla="*/ 284 h 346"/>
                <a:gd name="T10" fmla="*/ 194 w 304"/>
                <a:gd name="T11" fmla="*/ 277 h 346"/>
                <a:gd name="T12" fmla="*/ 209 w 304"/>
                <a:gd name="T13" fmla="*/ 264 h 346"/>
                <a:gd name="T14" fmla="*/ 214 w 304"/>
                <a:gd name="T15" fmla="*/ 244 h 346"/>
                <a:gd name="T16" fmla="*/ 187 w 304"/>
                <a:gd name="T17" fmla="*/ 213 h 346"/>
                <a:gd name="T18" fmla="*/ 112 w 304"/>
                <a:gd name="T19" fmla="*/ 193 h 346"/>
                <a:gd name="T20" fmla="*/ 74 w 304"/>
                <a:gd name="T21" fmla="*/ 183 h 346"/>
                <a:gd name="T22" fmla="*/ 40 w 304"/>
                <a:gd name="T23" fmla="*/ 167 h 346"/>
                <a:gd name="T24" fmla="*/ 17 w 304"/>
                <a:gd name="T25" fmla="*/ 142 h 346"/>
                <a:gd name="T26" fmla="*/ 8 w 304"/>
                <a:gd name="T27" fmla="*/ 106 h 346"/>
                <a:gd name="T28" fmla="*/ 20 w 304"/>
                <a:gd name="T29" fmla="*/ 53 h 346"/>
                <a:gd name="T30" fmla="*/ 53 w 304"/>
                <a:gd name="T31" fmla="*/ 21 h 346"/>
                <a:gd name="T32" fmla="*/ 99 w 304"/>
                <a:gd name="T33" fmla="*/ 5 h 346"/>
                <a:gd name="T34" fmla="*/ 151 w 304"/>
                <a:gd name="T35" fmla="*/ 0 h 346"/>
                <a:gd name="T36" fmla="*/ 203 w 304"/>
                <a:gd name="T37" fmla="*/ 5 h 346"/>
                <a:gd name="T38" fmla="*/ 247 w 304"/>
                <a:gd name="T39" fmla="*/ 22 h 346"/>
                <a:gd name="T40" fmla="*/ 280 w 304"/>
                <a:gd name="T41" fmla="*/ 54 h 346"/>
                <a:gd name="T42" fmla="*/ 296 w 304"/>
                <a:gd name="T43" fmla="*/ 105 h 346"/>
                <a:gd name="T44" fmla="*/ 210 w 304"/>
                <a:gd name="T45" fmla="*/ 105 h 346"/>
                <a:gd name="T46" fmla="*/ 190 w 304"/>
                <a:gd name="T47" fmla="*/ 70 h 346"/>
                <a:gd name="T48" fmla="*/ 148 w 304"/>
                <a:gd name="T49" fmla="*/ 60 h 346"/>
                <a:gd name="T50" fmla="*/ 132 w 304"/>
                <a:gd name="T51" fmla="*/ 61 h 346"/>
                <a:gd name="T52" fmla="*/ 116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9 w 304"/>
                <a:gd name="T67" fmla="*/ 151 h 346"/>
                <a:gd name="T68" fmla="*/ 272 w 304"/>
                <a:gd name="T69" fmla="*/ 167 h 346"/>
                <a:gd name="T70" fmla="*/ 296 w 304"/>
                <a:gd name="T71" fmla="*/ 193 h 346"/>
                <a:gd name="T72" fmla="*/ 304 w 304"/>
                <a:gd name="T73" fmla="*/ 232 h 346"/>
                <a:gd name="T74" fmla="*/ 291 w 304"/>
                <a:gd name="T75" fmla="*/ 286 h 346"/>
                <a:gd name="T76" fmla="*/ 257 w 304"/>
                <a:gd name="T77" fmla="*/ 321 h 346"/>
                <a:gd name="T78" fmla="*/ 209 w 304"/>
                <a:gd name="T79" fmla="*/ 340 h 346"/>
                <a:gd name="T80" fmla="*/ 155 w 304"/>
                <a:gd name="T81" fmla="*/ 346 h 346"/>
                <a:gd name="T82" fmla="*/ 99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8" y="273"/>
                  </a:cubicBezTo>
                  <a:cubicBezTo>
                    <a:pt x="114" y="277"/>
                    <a:pt x="121" y="281"/>
                    <a:pt x="129" y="283"/>
                  </a:cubicBezTo>
                  <a:cubicBezTo>
                    <a:pt x="138" y="285"/>
                    <a:pt x="146" y="286"/>
                    <a:pt x="155" y="286"/>
                  </a:cubicBezTo>
                  <a:cubicBezTo>
                    <a:pt x="162" y="286"/>
                    <a:pt x="168" y="285"/>
                    <a:pt x="175" y="284"/>
                  </a:cubicBezTo>
                  <a:cubicBezTo>
                    <a:pt x="182" y="282"/>
                    <a:pt x="189" y="280"/>
                    <a:pt x="194" y="277"/>
                  </a:cubicBezTo>
                  <a:cubicBezTo>
                    <a:pt x="200" y="273"/>
                    <a:pt x="205" y="269"/>
                    <a:pt x="209" y="264"/>
                  </a:cubicBezTo>
                  <a:cubicBezTo>
                    <a:pt x="212" y="259"/>
                    <a:pt x="214" y="252"/>
                    <a:pt x="214" y="244"/>
                  </a:cubicBezTo>
                  <a:cubicBezTo>
                    <a:pt x="214" y="230"/>
                    <a:pt x="205" y="220"/>
                    <a:pt x="187" y="213"/>
                  </a:cubicBezTo>
                  <a:cubicBezTo>
                    <a:pt x="169" y="207"/>
                    <a:pt x="144" y="200"/>
                    <a:pt x="112" y="193"/>
                  </a:cubicBezTo>
                  <a:cubicBezTo>
                    <a:pt x="99" y="190"/>
                    <a:pt x="86" y="187"/>
                    <a:pt x="74" y="183"/>
                  </a:cubicBezTo>
                  <a:cubicBezTo>
                    <a:pt x="61" y="179"/>
                    <a:pt x="50" y="173"/>
                    <a:pt x="40" y="167"/>
                  </a:cubicBezTo>
                  <a:cubicBezTo>
                    <a:pt x="31" y="160"/>
                    <a:pt x="23" y="152"/>
                    <a:pt x="17" y="142"/>
                  </a:cubicBezTo>
                  <a:cubicBezTo>
                    <a:pt x="11" y="132"/>
                    <a:pt x="8" y="120"/>
                    <a:pt x="8" y="106"/>
                  </a:cubicBezTo>
                  <a:cubicBezTo>
                    <a:pt x="8" y="84"/>
                    <a:pt x="12" y="67"/>
                    <a:pt x="20" y="53"/>
                  </a:cubicBezTo>
                  <a:cubicBezTo>
                    <a:pt x="29" y="40"/>
                    <a:pt x="39" y="29"/>
                    <a:pt x="53" y="21"/>
                  </a:cubicBezTo>
                  <a:cubicBezTo>
                    <a:pt x="67" y="14"/>
                    <a:pt x="82" y="8"/>
                    <a:pt x="99" y="5"/>
                  </a:cubicBezTo>
                  <a:cubicBezTo>
                    <a:pt x="116" y="2"/>
                    <a:pt x="133" y="0"/>
                    <a:pt x="151" y="0"/>
                  </a:cubicBezTo>
                  <a:cubicBezTo>
                    <a:pt x="169" y="0"/>
                    <a:pt x="186" y="2"/>
                    <a:pt x="203" y="5"/>
                  </a:cubicBezTo>
                  <a:cubicBezTo>
                    <a:pt x="219" y="9"/>
                    <a:pt x="234" y="14"/>
                    <a:pt x="247" y="22"/>
                  </a:cubicBezTo>
                  <a:cubicBezTo>
                    <a:pt x="260" y="30"/>
                    <a:pt x="271" y="41"/>
                    <a:pt x="280" y="54"/>
                  </a:cubicBezTo>
                  <a:cubicBezTo>
                    <a:pt x="289" y="68"/>
                    <a:pt x="294" y="85"/>
                    <a:pt x="296" y="105"/>
                  </a:cubicBezTo>
                  <a:cubicBezTo>
                    <a:pt x="210" y="105"/>
                    <a:pt x="210" y="105"/>
                    <a:pt x="210" y="105"/>
                  </a:cubicBezTo>
                  <a:cubicBezTo>
                    <a:pt x="209" y="88"/>
                    <a:pt x="202" y="76"/>
                    <a:pt x="190" y="70"/>
                  </a:cubicBezTo>
                  <a:cubicBezTo>
                    <a:pt x="178" y="64"/>
                    <a:pt x="164" y="60"/>
                    <a:pt x="148" y="60"/>
                  </a:cubicBezTo>
                  <a:cubicBezTo>
                    <a:pt x="143" y="60"/>
                    <a:pt x="138" y="61"/>
                    <a:pt x="132" y="61"/>
                  </a:cubicBezTo>
                  <a:cubicBezTo>
                    <a:pt x="126" y="62"/>
                    <a:pt x="120" y="63"/>
                    <a:pt x="116" y="66"/>
                  </a:cubicBezTo>
                  <a:cubicBezTo>
                    <a:pt x="111" y="68"/>
                    <a:pt x="107" y="71"/>
                    <a:pt x="103" y="75"/>
                  </a:cubicBezTo>
                  <a:cubicBezTo>
                    <a:pt x="100" y="79"/>
                    <a:pt x="98" y="84"/>
                    <a:pt x="98" y="91"/>
                  </a:cubicBezTo>
                  <a:cubicBezTo>
                    <a:pt x="98" y="99"/>
                    <a:pt x="101" y="106"/>
                    <a:pt x="107" y="111"/>
                  </a:cubicBezTo>
                  <a:cubicBezTo>
                    <a:pt x="113" y="116"/>
                    <a:pt x="121" y="120"/>
                    <a:pt x="130" y="123"/>
                  </a:cubicBezTo>
                  <a:cubicBezTo>
                    <a:pt x="140" y="126"/>
                    <a:pt x="151" y="129"/>
                    <a:pt x="163" y="132"/>
                  </a:cubicBezTo>
                  <a:cubicBezTo>
                    <a:pt x="175" y="134"/>
                    <a:pt x="188" y="137"/>
                    <a:pt x="200" y="140"/>
                  </a:cubicBezTo>
                  <a:cubicBezTo>
                    <a:pt x="213" y="143"/>
                    <a:pt x="226" y="146"/>
                    <a:pt x="239" y="151"/>
                  </a:cubicBezTo>
                  <a:cubicBezTo>
                    <a:pt x="251" y="155"/>
                    <a:pt x="262" y="160"/>
                    <a:pt x="272" y="167"/>
                  </a:cubicBezTo>
                  <a:cubicBezTo>
                    <a:pt x="282" y="174"/>
                    <a:pt x="290" y="183"/>
                    <a:pt x="296" y="193"/>
                  </a:cubicBezTo>
                  <a:cubicBezTo>
                    <a:pt x="301" y="204"/>
                    <a:pt x="304" y="217"/>
                    <a:pt x="304" y="232"/>
                  </a:cubicBezTo>
                  <a:cubicBezTo>
                    <a:pt x="304" y="253"/>
                    <a:pt x="300" y="272"/>
                    <a:pt x="291" y="286"/>
                  </a:cubicBezTo>
                  <a:cubicBezTo>
                    <a:pt x="283" y="301"/>
                    <a:pt x="271" y="313"/>
                    <a:pt x="257" y="321"/>
                  </a:cubicBezTo>
                  <a:cubicBezTo>
                    <a:pt x="243" y="330"/>
                    <a:pt x="227" y="337"/>
                    <a:pt x="209" y="340"/>
                  </a:cubicBezTo>
                  <a:cubicBezTo>
                    <a:pt x="192" y="344"/>
                    <a:pt x="173" y="346"/>
                    <a:pt x="155" y="346"/>
                  </a:cubicBezTo>
                  <a:cubicBezTo>
                    <a:pt x="136" y="346"/>
                    <a:pt x="117" y="344"/>
                    <a:pt x="99"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7" name="Freeform 8">
              <a:extLst>
                <a:ext uri="{FF2B5EF4-FFF2-40B4-BE49-F238E27FC236}">
                  <a16:creationId xmlns:a16="http://schemas.microsoft.com/office/drawing/2014/main" id="{6C58EAF2-D2F3-6C8B-E4C4-F9D80F4C6D8B}"/>
                </a:ext>
              </a:extLst>
            </p:cNvPr>
            <p:cNvSpPr>
              <a:spLocks/>
            </p:cNvSpPr>
            <p:nvPr userDrawn="1"/>
          </p:nvSpPr>
          <p:spPr bwMode="auto">
            <a:xfrm>
              <a:off x="2008188" y="4160838"/>
              <a:ext cx="60325" cy="307975"/>
            </a:xfrm>
            <a:custGeom>
              <a:avLst/>
              <a:gdLst>
                <a:gd name="T0" fmla="*/ 0 w 38"/>
                <a:gd name="T1" fmla="*/ 31 h 194"/>
                <a:gd name="T2" fmla="*/ 0 w 38"/>
                <a:gd name="T3" fmla="*/ 0 h 194"/>
                <a:gd name="T4" fmla="*/ 38 w 38"/>
                <a:gd name="T5" fmla="*/ 0 h 194"/>
                <a:gd name="T6" fmla="*/ 38 w 38"/>
                <a:gd name="T7" fmla="*/ 31 h 194"/>
                <a:gd name="T8" fmla="*/ 0 w 38"/>
                <a:gd name="T9" fmla="*/ 31 h 194"/>
                <a:gd name="T10" fmla="*/ 38 w 38"/>
                <a:gd name="T11" fmla="*/ 53 h 194"/>
                <a:gd name="T12" fmla="*/ 38 w 38"/>
                <a:gd name="T13" fmla="*/ 194 h 194"/>
                <a:gd name="T14" fmla="*/ 0 w 38"/>
                <a:gd name="T15" fmla="*/ 194 h 194"/>
                <a:gd name="T16" fmla="*/ 0 w 38"/>
                <a:gd name="T17" fmla="*/ 53 h 194"/>
                <a:gd name="T18" fmla="*/ 38 w 38"/>
                <a:gd name="T19" fmla="*/ 5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94">
                  <a:moveTo>
                    <a:pt x="0" y="31"/>
                  </a:moveTo>
                  <a:lnTo>
                    <a:pt x="0" y="0"/>
                  </a:lnTo>
                  <a:lnTo>
                    <a:pt x="38" y="0"/>
                  </a:lnTo>
                  <a:lnTo>
                    <a:pt x="38" y="31"/>
                  </a:lnTo>
                  <a:lnTo>
                    <a:pt x="0" y="31"/>
                  </a:lnTo>
                  <a:close/>
                  <a:moveTo>
                    <a:pt x="38" y="53"/>
                  </a:moveTo>
                  <a:lnTo>
                    <a:pt x="38" y="194"/>
                  </a:lnTo>
                  <a:lnTo>
                    <a:pt x="0" y="194"/>
                  </a:lnTo>
                  <a:lnTo>
                    <a:pt x="0" y="53"/>
                  </a:lnTo>
                  <a:lnTo>
                    <a:pt x="38" y="5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8" name="Freeform 9">
              <a:extLst>
                <a:ext uri="{FF2B5EF4-FFF2-40B4-BE49-F238E27FC236}">
                  <a16:creationId xmlns:a16="http://schemas.microsoft.com/office/drawing/2014/main" id="{5C4749A3-1F28-1F4B-4CE0-78A91593F782}"/>
                </a:ext>
              </a:extLst>
            </p:cNvPr>
            <p:cNvSpPr>
              <a:spLocks/>
            </p:cNvSpPr>
            <p:nvPr userDrawn="1"/>
          </p:nvSpPr>
          <p:spPr bwMode="auto">
            <a:xfrm>
              <a:off x="2109788" y="4238625"/>
              <a:ext cx="209550" cy="230188"/>
            </a:xfrm>
            <a:custGeom>
              <a:avLst/>
              <a:gdLst>
                <a:gd name="T0" fmla="*/ 86 w 308"/>
                <a:gd name="T1" fmla="*/ 9 h 337"/>
                <a:gd name="T2" fmla="*/ 86 w 308"/>
                <a:gd name="T3" fmla="*/ 55 h 337"/>
                <a:gd name="T4" fmla="*/ 88 w 308"/>
                <a:gd name="T5" fmla="*/ 55 h 337"/>
                <a:gd name="T6" fmla="*/ 132 w 308"/>
                <a:gd name="T7" fmla="*/ 13 h 337"/>
                <a:gd name="T8" fmla="*/ 188 w 308"/>
                <a:gd name="T9" fmla="*/ 0 h 337"/>
                <a:gd name="T10" fmla="*/ 248 w 308"/>
                <a:gd name="T11" fmla="*/ 10 h 337"/>
                <a:gd name="T12" fmla="*/ 284 w 308"/>
                <a:gd name="T13" fmla="*/ 37 h 337"/>
                <a:gd name="T14" fmla="*/ 303 w 308"/>
                <a:gd name="T15" fmla="*/ 80 h 337"/>
                <a:gd name="T16" fmla="*/ 308 w 308"/>
                <a:gd name="T17" fmla="*/ 135 h 337"/>
                <a:gd name="T18" fmla="*/ 308 w 308"/>
                <a:gd name="T19" fmla="*/ 337 h 337"/>
                <a:gd name="T20" fmla="*/ 218 w 308"/>
                <a:gd name="T21" fmla="*/ 337 h 337"/>
                <a:gd name="T22" fmla="*/ 218 w 308"/>
                <a:gd name="T23" fmla="*/ 152 h 337"/>
                <a:gd name="T24" fmla="*/ 205 w 308"/>
                <a:gd name="T25" fmla="*/ 91 h 337"/>
                <a:gd name="T26" fmla="*/ 160 w 308"/>
                <a:gd name="T27" fmla="*/ 71 h 337"/>
                <a:gd name="T28" fmla="*/ 107 w 308"/>
                <a:gd name="T29" fmla="*/ 93 h 337"/>
                <a:gd name="T30" fmla="*/ 90 w 308"/>
                <a:gd name="T31" fmla="*/ 165 h 337"/>
                <a:gd name="T32" fmla="*/ 90 w 308"/>
                <a:gd name="T33" fmla="*/ 337 h 337"/>
                <a:gd name="T34" fmla="*/ 0 w 308"/>
                <a:gd name="T35" fmla="*/ 337 h 337"/>
                <a:gd name="T36" fmla="*/ 0 w 308"/>
                <a:gd name="T37" fmla="*/ 9 h 337"/>
                <a:gd name="T38" fmla="*/ 86 w 308"/>
                <a:gd name="T39" fmla="*/ 9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8" h="337">
                  <a:moveTo>
                    <a:pt x="86" y="9"/>
                  </a:moveTo>
                  <a:cubicBezTo>
                    <a:pt x="86" y="55"/>
                    <a:pt x="86" y="55"/>
                    <a:pt x="86" y="55"/>
                  </a:cubicBezTo>
                  <a:cubicBezTo>
                    <a:pt x="88" y="55"/>
                    <a:pt x="88" y="55"/>
                    <a:pt x="88" y="55"/>
                  </a:cubicBezTo>
                  <a:cubicBezTo>
                    <a:pt x="99" y="36"/>
                    <a:pt x="114" y="22"/>
                    <a:pt x="132" y="13"/>
                  </a:cubicBezTo>
                  <a:cubicBezTo>
                    <a:pt x="151" y="4"/>
                    <a:pt x="169" y="0"/>
                    <a:pt x="188" y="0"/>
                  </a:cubicBezTo>
                  <a:cubicBezTo>
                    <a:pt x="212" y="0"/>
                    <a:pt x="232" y="3"/>
                    <a:pt x="248" y="10"/>
                  </a:cubicBezTo>
                  <a:cubicBezTo>
                    <a:pt x="263" y="17"/>
                    <a:pt x="275" y="26"/>
                    <a:pt x="284" y="37"/>
                  </a:cubicBezTo>
                  <a:cubicBezTo>
                    <a:pt x="293" y="49"/>
                    <a:pt x="299" y="63"/>
                    <a:pt x="303" y="80"/>
                  </a:cubicBezTo>
                  <a:cubicBezTo>
                    <a:pt x="306" y="97"/>
                    <a:pt x="308" y="115"/>
                    <a:pt x="308" y="135"/>
                  </a:cubicBezTo>
                  <a:cubicBezTo>
                    <a:pt x="308" y="337"/>
                    <a:pt x="308" y="337"/>
                    <a:pt x="308" y="337"/>
                  </a:cubicBezTo>
                  <a:cubicBezTo>
                    <a:pt x="218" y="337"/>
                    <a:pt x="218" y="337"/>
                    <a:pt x="218" y="337"/>
                  </a:cubicBezTo>
                  <a:cubicBezTo>
                    <a:pt x="218" y="152"/>
                    <a:pt x="218" y="152"/>
                    <a:pt x="218" y="152"/>
                  </a:cubicBezTo>
                  <a:cubicBezTo>
                    <a:pt x="218" y="125"/>
                    <a:pt x="214" y="105"/>
                    <a:pt x="205" y="91"/>
                  </a:cubicBezTo>
                  <a:cubicBezTo>
                    <a:pt x="197" y="78"/>
                    <a:pt x="182" y="71"/>
                    <a:pt x="160" y="71"/>
                  </a:cubicBezTo>
                  <a:cubicBezTo>
                    <a:pt x="136" y="71"/>
                    <a:pt x="118" y="79"/>
                    <a:pt x="107" y="93"/>
                  </a:cubicBezTo>
                  <a:cubicBezTo>
                    <a:pt x="96" y="108"/>
                    <a:pt x="90" y="132"/>
                    <a:pt x="90" y="165"/>
                  </a:cubicBezTo>
                  <a:cubicBezTo>
                    <a:pt x="90" y="337"/>
                    <a:pt x="90" y="337"/>
                    <a:pt x="90" y="337"/>
                  </a:cubicBezTo>
                  <a:cubicBezTo>
                    <a:pt x="0" y="337"/>
                    <a:pt x="0" y="337"/>
                    <a:pt x="0" y="337"/>
                  </a:cubicBezTo>
                  <a:cubicBezTo>
                    <a:pt x="0" y="9"/>
                    <a:pt x="0" y="9"/>
                    <a:pt x="0" y="9"/>
                  </a:cubicBezTo>
                  <a:lnTo>
                    <a:pt x="86" y="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9" name="Freeform 10">
              <a:extLst>
                <a:ext uri="{FF2B5EF4-FFF2-40B4-BE49-F238E27FC236}">
                  <a16:creationId xmlns:a16="http://schemas.microsoft.com/office/drawing/2014/main" id="{997E4C61-A9CF-F6BF-2D25-8DD4430FE315}"/>
                </a:ext>
              </a:extLst>
            </p:cNvPr>
            <p:cNvSpPr>
              <a:spLocks/>
            </p:cNvSpPr>
            <p:nvPr userDrawn="1"/>
          </p:nvSpPr>
          <p:spPr bwMode="auto">
            <a:xfrm>
              <a:off x="2347913" y="4238625"/>
              <a:ext cx="222250" cy="236538"/>
            </a:xfrm>
            <a:custGeom>
              <a:avLst/>
              <a:gdLst>
                <a:gd name="T0" fmla="*/ 112 w 328"/>
                <a:gd name="T1" fmla="*/ 259 h 346"/>
                <a:gd name="T2" fmla="*/ 170 w 328"/>
                <a:gd name="T3" fmla="*/ 278 h 346"/>
                <a:gd name="T4" fmla="*/ 217 w 328"/>
                <a:gd name="T5" fmla="*/ 265 h 346"/>
                <a:gd name="T6" fmla="*/ 241 w 328"/>
                <a:gd name="T7" fmla="*/ 236 h 346"/>
                <a:gd name="T8" fmla="*/ 321 w 328"/>
                <a:gd name="T9" fmla="*/ 236 h 346"/>
                <a:gd name="T10" fmla="*/ 262 w 328"/>
                <a:gd name="T11" fmla="*/ 320 h 346"/>
                <a:gd name="T12" fmla="*/ 167 w 328"/>
                <a:gd name="T13" fmla="*/ 346 h 346"/>
                <a:gd name="T14" fmla="*/ 97 w 328"/>
                <a:gd name="T15" fmla="*/ 333 h 346"/>
                <a:gd name="T16" fmla="*/ 45 w 328"/>
                <a:gd name="T17" fmla="*/ 298 h 346"/>
                <a:gd name="T18" fmla="*/ 11 w 328"/>
                <a:gd name="T19" fmla="*/ 243 h 346"/>
                <a:gd name="T20" fmla="*/ 0 w 328"/>
                <a:gd name="T21" fmla="*/ 173 h 346"/>
                <a:gd name="T22" fmla="*/ 12 w 328"/>
                <a:gd name="T23" fmla="*/ 105 h 346"/>
                <a:gd name="T24" fmla="*/ 46 w 328"/>
                <a:gd name="T25" fmla="*/ 50 h 346"/>
                <a:gd name="T26" fmla="*/ 99 w 328"/>
                <a:gd name="T27" fmla="*/ 13 h 346"/>
                <a:gd name="T28" fmla="*/ 167 w 328"/>
                <a:gd name="T29" fmla="*/ 0 h 346"/>
                <a:gd name="T30" fmla="*/ 240 w 328"/>
                <a:gd name="T31" fmla="*/ 16 h 346"/>
                <a:gd name="T32" fmla="*/ 291 w 328"/>
                <a:gd name="T33" fmla="*/ 60 h 346"/>
                <a:gd name="T34" fmla="*/ 320 w 328"/>
                <a:gd name="T35" fmla="*/ 122 h 346"/>
                <a:gd name="T36" fmla="*/ 327 w 328"/>
                <a:gd name="T37" fmla="*/ 195 h 346"/>
                <a:gd name="T38" fmla="*/ 90 w 328"/>
                <a:gd name="T39" fmla="*/ 195 h 346"/>
                <a:gd name="T40" fmla="*/ 112 w 328"/>
                <a:gd name="T41" fmla="*/ 259 h 346"/>
                <a:gd name="T42" fmla="*/ 214 w 328"/>
                <a:gd name="T43" fmla="*/ 86 h 346"/>
                <a:gd name="T44" fmla="*/ 165 w 328"/>
                <a:gd name="T45" fmla="*/ 68 h 346"/>
                <a:gd name="T46" fmla="*/ 129 w 328"/>
                <a:gd name="T47" fmla="*/ 75 h 346"/>
                <a:gd name="T48" fmla="*/ 106 w 328"/>
                <a:gd name="T49" fmla="*/ 93 h 346"/>
                <a:gd name="T50" fmla="*/ 94 w 328"/>
                <a:gd name="T51" fmla="*/ 116 h 346"/>
                <a:gd name="T52" fmla="*/ 90 w 328"/>
                <a:gd name="T53" fmla="*/ 138 h 346"/>
                <a:gd name="T54" fmla="*/ 236 w 328"/>
                <a:gd name="T55" fmla="*/ 138 h 346"/>
                <a:gd name="T56" fmla="*/ 214 w 328"/>
                <a:gd name="T57" fmla="*/ 8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46">
                  <a:moveTo>
                    <a:pt x="112" y="259"/>
                  </a:moveTo>
                  <a:cubicBezTo>
                    <a:pt x="126" y="272"/>
                    <a:pt x="145" y="278"/>
                    <a:pt x="170" y="278"/>
                  </a:cubicBezTo>
                  <a:cubicBezTo>
                    <a:pt x="189" y="278"/>
                    <a:pt x="204" y="274"/>
                    <a:pt x="217" y="265"/>
                  </a:cubicBezTo>
                  <a:cubicBezTo>
                    <a:pt x="230" y="255"/>
                    <a:pt x="239" y="246"/>
                    <a:pt x="241" y="236"/>
                  </a:cubicBezTo>
                  <a:cubicBezTo>
                    <a:pt x="321" y="236"/>
                    <a:pt x="321" y="236"/>
                    <a:pt x="321" y="236"/>
                  </a:cubicBezTo>
                  <a:cubicBezTo>
                    <a:pt x="308" y="275"/>
                    <a:pt x="289" y="303"/>
                    <a:pt x="262" y="320"/>
                  </a:cubicBezTo>
                  <a:cubicBezTo>
                    <a:pt x="236" y="337"/>
                    <a:pt x="204" y="346"/>
                    <a:pt x="167" y="346"/>
                  </a:cubicBezTo>
                  <a:cubicBezTo>
                    <a:pt x="141" y="346"/>
                    <a:pt x="118" y="341"/>
                    <a:pt x="97" y="333"/>
                  </a:cubicBezTo>
                  <a:cubicBezTo>
                    <a:pt x="77" y="325"/>
                    <a:pt x="59" y="313"/>
                    <a:pt x="45" y="298"/>
                  </a:cubicBezTo>
                  <a:cubicBezTo>
                    <a:pt x="30" y="283"/>
                    <a:pt x="19" y="264"/>
                    <a:pt x="11" y="243"/>
                  </a:cubicBezTo>
                  <a:cubicBezTo>
                    <a:pt x="3" y="222"/>
                    <a:pt x="0" y="199"/>
                    <a:pt x="0" y="173"/>
                  </a:cubicBezTo>
                  <a:cubicBezTo>
                    <a:pt x="0" y="149"/>
                    <a:pt x="4" y="126"/>
                    <a:pt x="12" y="105"/>
                  </a:cubicBezTo>
                  <a:cubicBezTo>
                    <a:pt x="20" y="84"/>
                    <a:pt x="31" y="65"/>
                    <a:pt x="46" y="50"/>
                  </a:cubicBezTo>
                  <a:cubicBezTo>
                    <a:pt x="61" y="35"/>
                    <a:pt x="78" y="22"/>
                    <a:pt x="99" y="13"/>
                  </a:cubicBezTo>
                  <a:cubicBezTo>
                    <a:pt x="119" y="5"/>
                    <a:pt x="142" y="0"/>
                    <a:pt x="167" y="0"/>
                  </a:cubicBezTo>
                  <a:cubicBezTo>
                    <a:pt x="195" y="0"/>
                    <a:pt x="219" y="6"/>
                    <a:pt x="240" y="16"/>
                  </a:cubicBezTo>
                  <a:cubicBezTo>
                    <a:pt x="261" y="27"/>
                    <a:pt x="278" y="42"/>
                    <a:pt x="291" y="60"/>
                  </a:cubicBezTo>
                  <a:cubicBezTo>
                    <a:pt x="305" y="78"/>
                    <a:pt x="314" y="99"/>
                    <a:pt x="320" y="122"/>
                  </a:cubicBezTo>
                  <a:cubicBezTo>
                    <a:pt x="326" y="145"/>
                    <a:pt x="328" y="170"/>
                    <a:pt x="327" y="195"/>
                  </a:cubicBezTo>
                  <a:cubicBezTo>
                    <a:pt x="90" y="195"/>
                    <a:pt x="90" y="195"/>
                    <a:pt x="90" y="195"/>
                  </a:cubicBezTo>
                  <a:cubicBezTo>
                    <a:pt x="91" y="224"/>
                    <a:pt x="98" y="245"/>
                    <a:pt x="112" y="259"/>
                  </a:cubicBezTo>
                  <a:close/>
                  <a:moveTo>
                    <a:pt x="214" y="86"/>
                  </a:moveTo>
                  <a:cubicBezTo>
                    <a:pt x="203" y="74"/>
                    <a:pt x="187" y="68"/>
                    <a:pt x="165" y="68"/>
                  </a:cubicBezTo>
                  <a:cubicBezTo>
                    <a:pt x="150" y="68"/>
                    <a:pt x="138" y="71"/>
                    <a:pt x="129" y="75"/>
                  </a:cubicBezTo>
                  <a:cubicBezTo>
                    <a:pt x="119" y="80"/>
                    <a:pt x="112" y="86"/>
                    <a:pt x="106" y="93"/>
                  </a:cubicBezTo>
                  <a:cubicBezTo>
                    <a:pt x="100" y="101"/>
                    <a:pt x="96" y="108"/>
                    <a:pt x="94" y="116"/>
                  </a:cubicBezTo>
                  <a:cubicBezTo>
                    <a:pt x="92" y="124"/>
                    <a:pt x="90" y="132"/>
                    <a:pt x="90" y="138"/>
                  </a:cubicBezTo>
                  <a:cubicBezTo>
                    <a:pt x="236" y="138"/>
                    <a:pt x="236" y="138"/>
                    <a:pt x="236" y="138"/>
                  </a:cubicBezTo>
                  <a:cubicBezTo>
                    <a:pt x="232" y="115"/>
                    <a:pt x="225" y="98"/>
                    <a:pt x="214"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0" name="Freeform 11">
              <a:extLst>
                <a:ext uri="{FF2B5EF4-FFF2-40B4-BE49-F238E27FC236}">
                  <a16:creationId xmlns:a16="http://schemas.microsoft.com/office/drawing/2014/main" id="{54A2028B-E029-E9DB-6486-844C5EC8719A}"/>
                </a:ext>
              </a:extLst>
            </p:cNvPr>
            <p:cNvSpPr>
              <a:spLocks/>
            </p:cNvSpPr>
            <p:nvPr userDrawn="1"/>
          </p:nvSpPr>
          <p:spPr bwMode="auto">
            <a:xfrm>
              <a:off x="2586038"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10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3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10" y="105"/>
                    <a:pt x="210" y="105"/>
                    <a:pt x="210"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3"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3" name="Freeform 12">
              <a:extLst>
                <a:ext uri="{FF2B5EF4-FFF2-40B4-BE49-F238E27FC236}">
                  <a16:creationId xmlns:a16="http://schemas.microsoft.com/office/drawing/2014/main" id="{E7465711-F7AD-C164-3724-82661985EE27}"/>
                </a:ext>
              </a:extLst>
            </p:cNvPr>
            <p:cNvSpPr>
              <a:spLocks/>
            </p:cNvSpPr>
            <p:nvPr userDrawn="1"/>
          </p:nvSpPr>
          <p:spPr bwMode="auto">
            <a:xfrm>
              <a:off x="2811463" y="4238625"/>
              <a:ext cx="206375" cy="236538"/>
            </a:xfrm>
            <a:custGeom>
              <a:avLst/>
              <a:gdLst>
                <a:gd name="T0" fmla="*/ 92 w 304"/>
                <a:gd name="T1" fmla="*/ 256 h 346"/>
                <a:gd name="T2" fmla="*/ 107 w 304"/>
                <a:gd name="T3" fmla="*/ 273 h 346"/>
                <a:gd name="T4" fmla="*/ 129 w 304"/>
                <a:gd name="T5" fmla="*/ 283 h 346"/>
                <a:gd name="T6" fmla="*/ 155 w 304"/>
                <a:gd name="T7" fmla="*/ 286 h 346"/>
                <a:gd name="T8" fmla="*/ 175 w 304"/>
                <a:gd name="T9" fmla="*/ 284 h 346"/>
                <a:gd name="T10" fmla="*/ 194 w 304"/>
                <a:gd name="T11" fmla="*/ 277 h 346"/>
                <a:gd name="T12" fmla="*/ 208 w 304"/>
                <a:gd name="T13" fmla="*/ 264 h 346"/>
                <a:gd name="T14" fmla="*/ 214 w 304"/>
                <a:gd name="T15" fmla="*/ 244 h 346"/>
                <a:gd name="T16" fmla="*/ 187 w 304"/>
                <a:gd name="T17" fmla="*/ 213 h 346"/>
                <a:gd name="T18" fmla="*/ 112 w 304"/>
                <a:gd name="T19" fmla="*/ 193 h 346"/>
                <a:gd name="T20" fmla="*/ 73 w 304"/>
                <a:gd name="T21" fmla="*/ 183 h 346"/>
                <a:gd name="T22" fmla="*/ 40 w 304"/>
                <a:gd name="T23" fmla="*/ 167 h 346"/>
                <a:gd name="T24" fmla="*/ 16 w 304"/>
                <a:gd name="T25" fmla="*/ 142 h 346"/>
                <a:gd name="T26" fmla="*/ 8 w 304"/>
                <a:gd name="T27" fmla="*/ 106 h 346"/>
                <a:gd name="T28" fmla="*/ 20 w 304"/>
                <a:gd name="T29" fmla="*/ 53 h 346"/>
                <a:gd name="T30" fmla="*/ 53 w 304"/>
                <a:gd name="T31" fmla="*/ 21 h 346"/>
                <a:gd name="T32" fmla="*/ 98 w 304"/>
                <a:gd name="T33" fmla="*/ 5 h 346"/>
                <a:gd name="T34" fmla="*/ 150 w 304"/>
                <a:gd name="T35" fmla="*/ 0 h 346"/>
                <a:gd name="T36" fmla="*/ 202 w 304"/>
                <a:gd name="T37" fmla="*/ 5 h 346"/>
                <a:gd name="T38" fmla="*/ 247 w 304"/>
                <a:gd name="T39" fmla="*/ 22 h 346"/>
                <a:gd name="T40" fmla="*/ 280 w 304"/>
                <a:gd name="T41" fmla="*/ 54 h 346"/>
                <a:gd name="T42" fmla="*/ 295 w 304"/>
                <a:gd name="T43" fmla="*/ 105 h 346"/>
                <a:gd name="T44" fmla="*/ 209 w 304"/>
                <a:gd name="T45" fmla="*/ 105 h 346"/>
                <a:gd name="T46" fmla="*/ 190 w 304"/>
                <a:gd name="T47" fmla="*/ 70 h 346"/>
                <a:gd name="T48" fmla="*/ 148 w 304"/>
                <a:gd name="T49" fmla="*/ 60 h 346"/>
                <a:gd name="T50" fmla="*/ 131 w 304"/>
                <a:gd name="T51" fmla="*/ 61 h 346"/>
                <a:gd name="T52" fmla="*/ 115 w 304"/>
                <a:gd name="T53" fmla="*/ 66 h 346"/>
                <a:gd name="T54" fmla="*/ 103 w 304"/>
                <a:gd name="T55" fmla="*/ 75 h 346"/>
                <a:gd name="T56" fmla="*/ 98 w 304"/>
                <a:gd name="T57" fmla="*/ 91 h 346"/>
                <a:gd name="T58" fmla="*/ 107 w 304"/>
                <a:gd name="T59" fmla="*/ 111 h 346"/>
                <a:gd name="T60" fmla="*/ 130 w 304"/>
                <a:gd name="T61" fmla="*/ 123 h 346"/>
                <a:gd name="T62" fmla="*/ 162 w 304"/>
                <a:gd name="T63" fmla="*/ 132 h 346"/>
                <a:gd name="T64" fmla="*/ 200 w 304"/>
                <a:gd name="T65" fmla="*/ 140 h 346"/>
                <a:gd name="T66" fmla="*/ 238 w 304"/>
                <a:gd name="T67" fmla="*/ 151 h 346"/>
                <a:gd name="T68" fmla="*/ 272 w 304"/>
                <a:gd name="T69" fmla="*/ 167 h 346"/>
                <a:gd name="T70" fmla="*/ 295 w 304"/>
                <a:gd name="T71" fmla="*/ 193 h 346"/>
                <a:gd name="T72" fmla="*/ 304 w 304"/>
                <a:gd name="T73" fmla="*/ 232 h 346"/>
                <a:gd name="T74" fmla="*/ 291 w 304"/>
                <a:gd name="T75" fmla="*/ 286 h 346"/>
                <a:gd name="T76" fmla="*/ 257 w 304"/>
                <a:gd name="T77" fmla="*/ 321 h 346"/>
                <a:gd name="T78" fmla="*/ 209 w 304"/>
                <a:gd name="T79" fmla="*/ 340 h 346"/>
                <a:gd name="T80" fmla="*/ 154 w 304"/>
                <a:gd name="T81" fmla="*/ 346 h 346"/>
                <a:gd name="T82" fmla="*/ 98 w 304"/>
                <a:gd name="T83" fmla="*/ 340 h 346"/>
                <a:gd name="T84" fmla="*/ 50 w 304"/>
                <a:gd name="T85" fmla="*/ 321 h 346"/>
                <a:gd name="T86" fmla="*/ 15 w 304"/>
                <a:gd name="T87" fmla="*/ 286 h 346"/>
                <a:gd name="T88" fmla="*/ 0 w 304"/>
                <a:gd name="T89" fmla="*/ 231 h 346"/>
                <a:gd name="T90" fmla="*/ 86 w 304"/>
                <a:gd name="T91" fmla="*/ 231 h 346"/>
                <a:gd name="T92" fmla="*/ 92 w 304"/>
                <a:gd name="T93" fmla="*/ 25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4" h="346">
                  <a:moveTo>
                    <a:pt x="92" y="256"/>
                  </a:moveTo>
                  <a:cubicBezTo>
                    <a:pt x="96" y="263"/>
                    <a:pt x="101" y="268"/>
                    <a:pt x="107" y="273"/>
                  </a:cubicBezTo>
                  <a:cubicBezTo>
                    <a:pt x="114" y="277"/>
                    <a:pt x="121" y="281"/>
                    <a:pt x="129" y="283"/>
                  </a:cubicBezTo>
                  <a:cubicBezTo>
                    <a:pt x="137" y="285"/>
                    <a:pt x="146" y="286"/>
                    <a:pt x="155" y="286"/>
                  </a:cubicBezTo>
                  <a:cubicBezTo>
                    <a:pt x="161" y="286"/>
                    <a:pt x="168" y="285"/>
                    <a:pt x="175" y="284"/>
                  </a:cubicBezTo>
                  <a:cubicBezTo>
                    <a:pt x="182" y="282"/>
                    <a:pt x="188" y="280"/>
                    <a:pt x="194" y="277"/>
                  </a:cubicBezTo>
                  <a:cubicBezTo>
                    <a:pt x="200" y="273"/>
                    <a:pt x="204" y="269"/>
                    <a:pt x="208" y="264"/>
                  </a:cubicBezTo>
                  <a:cubicBezTo>
                    <a:pt x="212" y="259"/>
                    <a:pt x="214" y="252"/>
                    <a:pt x="214" y="244"/>
                  </a:cubicBezTo>
                  <a:cubicBezTo>
                    <a:pt x="214" y="230"/>
                    <a:pt x="205" y="220"/>
                    <a:pt x="187" y="213"/>
                  </a:cubicBezTo>
                  <a:cubicBezTo>
                    <a:pt x="169" y="207"/>
                    <a:pt x="144" y="200"/>
                    <a:pt x="112" y="193"/>
                  </a:cubicBezTo>
                  <a:cubicBezTo>
                    <a:pt x="99" y="190"/>
                    <a:pt x="86" y="187"/>
                    <a:pt x="73" y="183"/>
                  </a:cubicBezTo>
                  <a:cubicBezTo>
                    <a:pt x="61" y="179"/>
                    <a:pt x="50" y="173"/>
                    <a:pt x="40" y="167"/>
                  </a:cubicBezTo>
                  <a:cubicBezTo>
                    <a:pt x="30" y="160"/>
                    <a:pt x="22" y="152"/>
                    <a:pt x="16" y="142"/>
                  </a:cubicBezTo>
                  <a:cubicBezTo>
                    <a:pt x="11" y="132"/>
                    <a:pt x="8" y="120"/>
                    <a:pt x="8" y="106"/>
                  </a:cubicBezTo>
                  <a:cubicBezTo>
                    <a:pt x="8" y="84"/>
                    <a:pt x="12" y="67"/>
                    <a:pt x="20" y="53"/>
                  </a:cubicBezTo>
                  <a:cubicBezTo>
                    <a:pt x="28" y="40"/>
                    <a:pt x="39" y="29"/>
                    <a:pt x="53" y="21"/>
                  </a:cubicBezTo>
                  <a:cubicBezTo>
                    <a:pt x="66" y="14"/>
                    <a:pt x="81" y="8"/>
                    <a:pt x="98" y="5"/>
                  </a:cubicBezTo>
                  <a:cubicBezTo>
                    <a:pt x="115" y="2"/>
                    <a:pt x="133" y="0"/>
                    <a:pt x="150" y="0"/>
                  </a:cubicBezTo>
                  <a:cubicBezTo>
                    <a:pt x="168" y="0"/>
                    <a:pt x="185" y="2"/>
                    <a:pt x="202" y="5"/>
                  </a:cubicBezTo>
                  <a:cubicBezTo>
                    <a:pt x="219" y="9"/>
                    <a:pt x="234" y="14"/>
                    <a:pt x="247" y="22"/>
                  </a:cubicBezTo>
                  <a:cubicBezTo>
                    <a:pt x="260" y="30"/>
                    <a:pt x="271" y="41"/>
                    <a:pt x="280" y="54"/>
                  </a:cubicBezTo>
                  <a:cubicBezTo>
                    <a:pt x="288" y="68"/>
                    <a:pt x="294" y="85"/>
                    <a:pt x="295" y="105"/>
                  </a:cubicBezTo>
                  <a:cubicBezTo>
                    <a:pt x="209" y="105"/>
                    <a:pt x="209" y="105"/>
                    <a:pt x="209" y="105"/>
                  </a:cubicBezTo>
                  <a:cubicBezTo>
                    <a:pt x="208" y="88"/>
                    <a:pt x="202" y="76"/>
                    <a:pt x="190" y="70"/>
                  </a:cubicBezTo>
                  <a:cubicBezTo>
                    <a:pt x="178" y="64"/>
                    <a:pt x="164" y="60"/>
                    <a:pt x="148" y="60"/>
                  </a:cubicBezTo>
                  <a:cubicBezTo>
                    <a:pt x="143" y="60"/>
                    <a:pt x="137" y="61"/>
                    <a:pt x="131" y="61"/>
                  </a:cubicBezTo>
                  <a:cubicBezTo>
                    <a:pt x="125" y="62"/>
                    <a:pt x="120" y="63"/>
                    <a:pt x="115" y="66"/>
                  </a:cubicBezTo>
                  <a:cubicBezTo>
                    <a:pt x="110" y="68"/>
                    <a:pt x="106" y="71"/>
                    <a:pt x="103" y="75"/>
                  </a:cubicBezTo>
                  <a:cubicBezTo>
                    <a:pt x="99" y="79"/>
                    <a:pt x="98" y="84"/>
                    <a:pt x="98" y="91"/>
                  </a:cubicBezTo>
                  <a:cubicBezTo>
                    <a:pt x="98" y="99"/>
                    <a:pt x="101" y="106"/>
                    <a:pt x="107" y="111"/>
                  </a:cubicBezTo>
                  <a:cubicBezTo>
                    <a:pt x="113" y="116"/>
                    <a:pt x="120" y="120"/>
                    <a:pt x="130" y="123"/>
                  </a:cubicBezTo>
                  <a:cubicBezTo>
                    <a:pt x="139" y="126"/>
                    <a:pt x="150" y="129"/>
                    <a:pt x="162" y="132"/>
                  </a:cubicBezTo>
                  <a:cubicBezTo>
                    <a:pt x="175" y="134"/>
                    <a:pt x="187" y="137"/>
                    <a:pt x="200" y="140"/>
                  </a:cubicBezTo>
                  <a:cubicBezTo>
                    <a:pt x="213" y="143"/>
                    <a:pt x="226" y="146"/>
                    <a:pt x="238" y="151"/>
                  </a:cubicBezTo>
                  <a:cubicBezTo>
                    <a:pt x="251" y="155"/>
                    <a:pt x="262" y="160"/>
                    <a:pt x="272" y="167"/>
                  </a:cubicBezTo>
                  <a:cubicBezTo>
                    <a:pt x="281" y="174"/>
                    <a:pt x="289" y="183"/>
                    <a:pt x="295" y="193"/>
                  </a:cubicBezTo>
                  <a:cubicBezTo>
                    <a:pt x="301" y="204"/>
                    <a:pt x="304" y="217"/>
                    <a:pt x="304" y="232"/>
                  </a:cubicBezTo>
                  <a:cubicBezTo>
                    <a:pt x="304" y="253"/>
                    <a:pt x="300" y="272"/>
                    <a:pt x="291" y="286"/>
                  </a:cubicBezTo>
                  <a:cubicBezTo>
                    <a:pt x="282" y="301"/>
                    <a:pt x="271" y="313"/>
                    <a:pt x="257" y="321"/>
                  </a:cubicBezTo>
                  <a:cubicBezTo>
                    <a:pt x="243" y="330"/>
                    <a:pt x="227" y="337"/>
                    <a:pt x="209" y="340"/>
                  </a:cubicBezTo>
                  <a:cubicBezTo>
                    <a:pt x="191" y="344"/>
                    <a:pt x="173" y="346"/>
                    <a:pt x="154" y="346"/>
                  </a:cubicBezTo>
                  <a:cubicBezTo>
                    <a:pt x="135" y="346"/>
                    <a:pt x="117" y="344"/>
                    <a:pt x="98" y="340"/>
                  </a:cubicBezTo>
                  <a:cubicBezTo>
                    <a:pt x="80" y="336"/>
                    <a:pt x="64" y="330"/>
                    <a:pt x="50" y="321"/>
                  </a:cubicBezTo>
                  <a:cubicBezTo>
                    <a:pt x="36" y="312"/>
                    <a:pt x="24" y="300"/>
                    <a:pt x="15" y="286"/>
                  </a:cubicBezTo>
                  <a:cubicBezTo>
                    <a:pt x="6" y="271"/>
                    <a:pt x="1" y="253"/>
                    <a:pt x="0" y="231"/>
                  </a:cubicBezTo>
                  <a:cubicBezTo>
                    <a:pt x="86" y="231"/>
                    <a:pt x="86" y="231"/>
                    <a:pt x="86" y="231"/>
                  </a:cubicBezTo>
                  <a:cubicBezTo>
                    <a:pt x="86" y="240"/>
                    <a:pt x="88" y="249"/>
                    <a:pt x="92" y="25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4" name="Rectangle 13">
              <a:extLst>
                <a:ext uri="{FF2B5EF4-FFF2-40B4-BE49-F238E27FC236}">
                  <a16:creationId xmlns:a16="http://schemas.microsoft.com/office/drawing/2014/main" id="{FF17F065-F3A0-58F6-3F23-833854B3096E}"/>
                </a:ext>
              </a:extLst>
            </p:cNvPr>
            <p:cNvSpPr>
              <a:spLocks/>
            </p:cNvSpPr>
            <p:nvPr userDrawn="1"/>
          </p:nvSpPr>
          <p:spPr bwMode="auto">
            <a:xfrm>
              <a:off x="569913" y="4057650"/>
              <a:ext cx="514350" cy="514350"/>
            </a:xfrm>
            <a:prstGeom prst="rect">
              <a:avLst/>
            </a:prstGeom>
            <a:solidFill>
              <a:srgbClr val="FF7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5" name="Freeform 14">
              <a:extLst>
                <a:ext uri="{FF2B5EF4-FFF2-40B4-BE49-F238E27FC236}">
                  <a16:creationId xmlns:a16="http://schemas.microsoft.com/office/drawing/2014/main" id="{7D2B6A3B-2D6A-DA21-00EC-C0629546A2BA}"/>
                </a:ext>
              </a:extLst>
            </p:cNvPr>
            <p:cNvSpPr>
              <a:spLocks/>
            </p:cNvSpPr>
            <p:nvPr userDrawn="1"/>
          </p:nvSpPr>
          <p:spPr bwMode="auto">
            <a:xfrm>
              <a:off x="727076" y="4454525"/>
              <a:ext cx="63500" cy="74613"/>
            </a:xfrm>
            <a:custGeom>
              <a:avLst/>
              <a:gdLst>
                <a:gd name="T0" fmla="*/ 66 w 93"/>
                <a:gd name="T1" fmla="*/ 98 h 109"/>
                <a:gd name="T2" fmla="*/ 31 w 93"/>
                <a:gd name="T3" fmla="*/ 109 h 109"/>
                <a:gd name="T4" fmla="*/ 0 w 93"/>
                <a:gd name="T5" fmla="*/ 78 h 109"/>
                <a:gd name="T6" fmla="*/ 66 w 93"/>
                <a:gd name="T7" fmla="*/ 37 h 109"/>
                <a:gd name="T8" fmla="*/ 66 w 93"/>
                <a:gd name="T9" fmla="*/ 31 h 109"/>
                <a:gd name="T10" fmla="*/ 50 w 93"/>
                <a:gd name="T11" fmla="*/ 19 h 109"/>
                <a:gd name="T12" fmla="*/ 24 w 93"/>
                <a:gd name="T13" fmla="*/ 31 h 109"/>
                <a:gd name="T14" fmla="*/ 5 w 93"/>
                <a:gd name="T15" fmla="*/ 21 h 109"/>
                <a:gd name="T16" fmla="*/ 50 w 93"/>
                <a:gd name="T17" fmla="*/ 0 h 109"/>
                <a:gd name="T18" fmla="*/ 93 w 93"/>
                <a:gd name="T19" fmla="*/ 31 h 109"/>
                <a:gd name="T20" fmla="*/ 93 w 93"/>
                <a:gd name="T21" fmla="*/ 108 h 109"/>
                <a:gd name="T22" fmla="*/ 68 w 93"/>
                <a:gd name="T23" fmla="*/ 108 h 109"/>
                <a:gd name="T24" fmla="*/ 66 w 93"/>
                <a:gd name="T25" fmla="*/ 98 h 109"/>
                <a:gd name="T26" fmla="*/ 27 w 93"/>
                <a:gd name="T27" fmla="*/ 76 h 109"/>
                <a:gd name="T28" fmla="*/ 40 w 93"/>
                <a:gd name="T29" fmla="*/ 90 h 109"/>
                <a:gd name="T30" fmla="*/ 65 w 93"/>
                <a:gd name="T31" fmla="*/ 79 h 109"/>
                <a:gd name="T32" fmla="*/ 65 w 93"/>
                <a:gd name="T33" fmla="*/ 54 h 109"/>
                <a:gd name="T34" fmla="*/ 27 w 93"/>
                <a:gd name="T35"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109">
                  <a:moveTo>
                    <a:pt x="66" y="98"/>
                  </a:moveTo>
                  <a:cubicBezTo>
                    <a:pt x="55" y="105"/>
                    <a:pt x="44" y="109"/>
                    <a:pt x="31" y="109"/>
                  </a:cubicBezTo>
                  <a:cubicBezTo>
                    <a:pt x="11" y="109"/>
                    <a:pt x="0" y="96"/>
                    <a:pt x="0" y="78"/>
                  </a:cubicBezTo>
                  <a:cubicBezTo>
                    <a:pt x="0" y="55"/>
                    <a:pt x="21" y="42"/>
                    <a:pt x="66" y="37"/>
                  </a:cubicBezTo>
                  <a:cubicBezTo>
                    <a:pt x="66" y="31"/>
                    <a:pt x="66" y="31"/>
                    <a:pt x="66" y="31"/>
                  </a:cubicBezTo>
                  <a:cubicBezTo>
                    <a:pt x="66" y="24"/>
                    <a:pt x="60" y="19"/>
                    <a:pt x="50" y="19"/>
                  </a:cubicBezTo>
                  <a:cubicBezTo>
                    <a:pt x="39" y="19"/>
                    <a:pt x="30" y="24"/>
                    <a:pt x="24" y="31"/>
                  </a:cubicBezTo>
                  <a:cubicBezTo>
                    <a:pt x="5" y="21"/>
                    <a:pt x="5" y="21"/>
                    <a:pt x="5" y="21"/>
                  </a:cubicBezTo>
                  <a:cubicBezTo>
                    <a:pt x="15" y="7"/>
                    <a:pt x="30" y="0"/>
                    <a:pt x="50" y="0"/>
                  </a:cubicBezTo>
                  <a:cubicBezTo>
                    <a:pt x="77" y="0"/>
                    <a:pt x="93" y="12"/>
                    <a:pt x="93" y="31"/>
                  </a:cubicBezTo>
                  <a:cubicBezTo>
                    <a:pt x="93" y="31"/>
                    <a:pt x="93" y="107"/>
                    <a:pt x="93" y="108"/>
                  </a:cubicBezTo>
                  <a:cubicBezTo>
                    <a:pt x="68" y="108"/>
                    <a:pt x="68" y="108"/>
                    <a:pt x="68" y="108"/>
                  </a:cubicBezTo>
                  <a:lnTo>
                    <a:pt x="66" y="98"/>
                  </a:lnTo>
                  <a:close/>
                  <a:moveTo>
                    <a:pt x="27" y="76"/>
                  </a:moveTo>
                  <a:cubicBezTo>
                    <a:pt x="27" y="83"/>
                    <a:pt x="32" y="90"/>
                    <a:pt x="40" y="90"/>
                  </a:cubicBezTo>
                  <a:cubicBezTo>
                    <a:pt x="48" y="90"/>
                    <a:pt x="57" y="86"/>
                    <a:pt x="65" y="79"/>
                  </a:cubicBezTo>
                  <a:cubicBezTo>
                    <a:pt x="65" y="54"/>
                    <a:pt x="65" y="54"/>
                    <a:pt x="65" y="54"/>
                  </a:cubicBezTo>
                  <a:cubicBezTo>
                    <a:pt x="39" y="57"/>
                    <a:pt x="27" y="64"/>
                    <a:pt x="27"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6" name="Freeform 15">
              <a:extLst>
                <a:ext uri="{FF2B5EF4-FFF2-40B4-BE49-F238E27FC236}">
                  <a16:creationId xmlns:a16="http://schemas.microsoft.com/office/drawing/2014/main" id="{EEB7B7C1-3AF6-C448-5A71-63C7A75F9E71}"/>
                </a:ext>
              </a:extLst>
            </p:cNvPr>
            <p:cNvSpPr>
              <a:spLocks/>
            </p:cNvSpPr>
            <p:nvPr userDrawn="1"/>
          </p:nvSpPr>
          <p:spPr bwMode="auto">
            <a:xfrm>
              <a:off x="806451" y="4454525"/>
              <a:ext cx="63500" cy="73025"/>
            </a:xfrm>
            <a:custGeom>
              <a:avLst/>
              <a:gdLst>
                <a:gd name="T0" fmla="*/ 0 w 94"/>
                <a:gd name="T1" fmla="*/ 5 h 107"/>
                <a:gd name="T2" fmla="*/ 23 w 94"/>
                <a:gd name="T3" fmla="*/ 2 h 107"/>
                <a:gd name="T4" fmla="*/ 25 w 94"/>
                <a:gd name="T5" fmla="*/ 14 h 107"/>
                <a:gd name="T6" fmla="*/ 61 w 94"/>
                <a:gd name="T7" fmla="*/ 0 h 107"/>
                <a:gd name="T8" fmla="*/ 94 w 94"/>
                <a:gd name="T9" fmla="*/ 34 h 107"/>
                <a:gd name="T10" fmla="*/ 94 w 94"/>
                <a:gd name="T11" fmla="*/ 107 h 107"/>
                <a:gd name="T12" fmla="*/ 66 w 94"/>
                <a:gd name="T13" fmla="*/ 107 h 107"/>
                <a:gd name="T14" fmla="*/ 66 w 94"/>
                <a:gd name="T15" fmla="*/ 39 h 107"/>
                <a:gd name="T16" fmla="*/ 53 w 94"/>
                <a:gd name="T17" fmla="*/ 20 h 107"/>
                <a:gd name="T18" fmla="*/ 27 w 94"/>
                <a:gd name="T19" fmla="*/ 32 h 107"/>
                <a:gd name="T20" fmla="*/ 27 w 94"/>
                <a:gd name="T21" fmla="*/ 107 h 107"/>
                <a:gd name="T22" fmla="*/ 0 w 94"/>
                <a:gd name="T23" fmla="*/ 107 h 107"/>
                <a:gd name="T24" fmla="*/ 0 w 94"/>
                <a:gd name="T25" fmla="*/ 5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107">
                  <a:moveTo>
                    <a:pt x="0" y="5"/>
                  </a:moveTo>
                  <a:cubicBezTo>
                    <a:pt x="23" y="2"/>
                    <a:pt x="23" y="2"/>
                    <a:pt x="23" y="2"/>
                  </a:cubicBezTo>
                  <a:cubicBezTo>
                    <a:pt x="25" y="14"/>
                    <a:pt x="25" y="14"/>
                    <a:pt x="25" y="14"/>
                  </a:cubicBezTo>
                  <a:cubicBezTo>
                    <a:pt x="38" y="5"/>
                    <a:pt x="48" y="0"/>
                    <a:pt x="61" y="0"/>
                  </a:cubicBezTo>
                  <a:cubicBezTo>
                    <a:pt x="83" y="0"/>
                    <a:pt x="94" y="11"/>
                    <a:pt x="94" y="34"/>
                  </a:cubicBezTo>
                  <a:cubicBezTo>
                    <a:pt x="94" y="107"/>
                    <a:pt x="94" y="107"/>
                    <a:pt x="94" y="107"/>
                  </a:cubicBezTo>
                  <a:cubicBezTo>
                    <a:pt x="66" y="107"/>
                    <a:pt x="66" y="107"/>
                    <a:pt x="66" y="107"/>
                  </a:cubicBezTo>
                  <a:cubicBezTo>
                    <a:pt x="66" y="39"/>
                    <a:pt x="66" y="39"/>
                    <a:pt x="66" y="39"/>
                  </a:cubicBezTo>
                  <a:cubicBezTo>
                    <a:pt x="66" y="26"/>
                    <a:pt x="63" y="20"/>
                    <a:pt x="53" y="20"/>
                  </a:cubicBezTo>
                  <a:cubicBezTo>
                    <a:pt x="45" y="20"/>
                    <a:pt x="37" y="24"/>
                    <a:pt x="27" y="32"/>
                  </a:cubicBezTo>
                  <a:cubicBezTo>
                    <a:pt x="27" y="107"/>
                    <a:pt x="27" y="107"/>
                    <a:pt x="27" y="107"/>
                  </a:cubicBezTo>
                  <a:cubicBezTo>
                    <a:pt x="0" y="107"/>
                    <a:pt x="0" y="107"/>
                    <a:pt x="0" y="107"/>
                  </a:cubicBezTo>
                  <a:lnTo>
                    <a:pt x="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7" name="Freeform 16">
              <a:extLst>
                <a:ext uri="{FF2B5EF4-FFF2-40B4-BE49-F238E27FC236}">
                  <a16:creationId xmlns:a16="http://schemas.microsoft.com/office/drawing/2014/main" id="{3E111B19-E883-D804-9256-AD7D9E7EC4B1}"/>
                </a:ext>
              </a:extLst>
            </p:cNvPr>
            <p:cNvSpPr>
              <a:spLocks/>
            </p:cNvSpPr>
            <p:nvPr userDrawn="1"/>
          </p:nvSpPr>
          <p:spPr bwMode="auto">
            <a:xfrm>
              <a:off x="960438" y="4454525"/>
              <a:ext cx="66675" cy="74613"/>
            </a:xfrm>
            <a:custGeom>
              <a:avLst/>
              <a:gdLst>
                <a:gd name="T0" fmla="*/ 49 w 97"/>
                <a:gd name="T1" fmla="*/ 109 h 109"/>
                <a:gd name="T2" fmla="*/ 0 w 97"/>
                <a:gd name="T3" fmla="*/ 55 h 109"/>
                <a:gd name="T4" fmla="*/ 49 w 97"/>
                <a:gd name="T5" fmla="*/ 0 h 109"/>
                <a:gd name="T6" fmla="*/ 97 w 97"/>
                <a:gd name="T7" fmla="*/ 54 h 109"/>
                <a:gd name="T8" fmla="*/ 97 w 97"/>
                <a:gd name="T9" fmla="*/ 59 h 109"/>
                <a:gd name="T10" fmla="*/ 27 w 97"/>
                <a:gd name="T11" fmla="*/ 59 h 109"/>
                <a:gd name="T12" fmla="*/ 52 w 97"/>
                <a:gd name="T13" fmla="*/ 89 h 109"/>
                <a:gd name="T14" fmla="*/ 76 w 97"/>
                <a:gd name="T15" fmla="*/ 75 h 109"/>
                <a:gd name="T16" fmla="*/ 96 w 97"/>
                <a:gd name="T17" fmla="*/ 87 h 109"/>
                <a:gd name="T18" fmla="*/ 49 w 97"/>
                <a:gd name="T19" fmla="*/ 109 h 109"/>
                <a:gd name="T20" fmla="*/ 70 w 97"/>
                <a:gd name="T21" fmla="*/ 41 h 109"/>
                <a:gd name="T22" fmla="*/ 49 w 97"/>
                <a:gd name="T23" fmla="*/ 19 h 109"/>
                <a:gd name="T24" fmla="*/ 28 w 97"/>
                <a:gd name="T25" fmla="*/ 41 h 109"/>
                <a:gd name="T26" fmla="*/ 70 w 97"/>
                <a:gd name="T27" fmla="*/ 4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09">
                  <a:moveTo>
                    <a:pt x="49" y="109"/>
                  </a:moveTo>
                  <a:cubicBezTo>
                    <a:pt x="18" y="109"/>
                    <a:pt x="0" y="90"/>
                    <a:pt x="0" y="55"/>
                  </a:cubicBezTo>
                  <a:cubicBezTo>
                    <a:pt x="0" y="20"/>
                    <a:pt x="19" y="0"/>
                    <a:pt x="49" y="0"/>
                  </a:cubicBezTo>
                  <a:cubicBezTo>
                    <a:pt x="79" y="0"/>
                    <a:pt x="97" y="19"/>
                    <a:pt x="97" y="54"/>
                  </a:cubicBezTo>
                  <a:cubicBezTo>
                    <a:pt x="97" y="55"/>
                    <a:pt x="97" y="57"/>
                    <a:pt x="97" y="59"/>
                  </a:cubicBezTo>
                  <a:cubicBezTo>
                    <a:pt x="27" y="59"/>
                    <a:pt x="27" y="59"/>
                    <a:pt x="27" y="59"/>
                  </a:cubicBezTo>
                  <a:cubicBezTo>
                    <a:pt x="27" y="79"/>
                    <a:pt x="36" y="89"/>
                    <a:pt x="52" y="89"/>
                  </a:cubicBezTo>
                  <a:cubicBezTo>
                    <a:pt x="62" y="89"/>
                    <a:pt x="69" y="85"/>
                    <a:pt x="76" y="75"/>
                  </a:cubicBezTo>
                  <a:cubicBezTo>
                    <a:pt x="96" y="87"/>
                    <a:pt x="96" y="87"/>
                    <a:pt x="96" y="87"/>
                  </a:cubicBezTo>
                  <a:cubicBezTo>
                    <a:pt x="87" y="102"/>
                    <a:pt x="71" y="109"/>
                    <a:pt x="49" y="109"/>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8" name="Freeform 17">
              <a:extLst>
                <a:ext uri="{FF2B5EF4-FFF2-40B4-BE49-F238E27FC236}">
                  <a16:creationId xmlns:a16="http://schemas.microsoft.com/office/drawing/2014/main" id="{DDC14160-F606-3EBD-9EBC-122B7A423046}"/>
                </a:ext>
              </a:extLst>
            </p:cNvPr>
            <p:cNvSpPr>
              <a:spLocks/>
            </p:cNvSpPr>
            <p:nvPr userDrawn="1"/>
          </p:nvSpPr>
          <p:spPr bwMode="auto">
            <a:xfrm>
              <a:off x="598488" y="4454525"/>
              <a:ext cx="69850" cy="76200"/>
            </a:xfrm>
            <a:custGeom>
              <a:avLst/>
              <a:gdLst>
                <a:gd name="T0" fmla="*/ 52 w 104"/>
                <a:gd name="T1" fmla="*/ 111 h 111"/>
                <a:gd name="T2" fmla="*/ 0 w 104"/>
                <a:gd name="T3" fmla="*/ 55 h 111"/>
                <a:gd name="T4" fmla="*/ 52 w 104"/>
                <a:gd name="T5" fmla="*/ 0 h 111"/>
                <a:gd name="T6" fmla="*/ 104 w 104"/>
                <a:gd name="T7" fmla="*/ 55 h 111"/>
                <a:gd name="T8" fmla="*/ 52 w 104"/>
                <a:gd name="T9" fmla="*/ 111 h 111"/>
                <a:gd name="T10" fmla="*/ 52 w 104"/>
                <a:gd name="T11" fmla="*/ 23 h 111"/>
                <a:gd name="T12" fmla="*/ 28 w 104"/>
                <a:gd name="T13" fmla="*/ 55 h 111"/>
                <a:gd name="T14" fmla="*/ 52 w 104"/>
                <a:gd name="T15" fmla="*/ 87 h 111"/>
                <a:gd name="T16" fmla="*/ 77 w 104"/>
                <a:gd name="T17" fmla="*/ 55 h 111"/>
                <a:gd name="T18" fmla="*/ 52 w 104"/>
                <a:gd name="T19" fmla="*/ 2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11">
                  <a:moveTo>
                    <a:pt x="52" y="111"/>
                  </a:moveTo>
                  <a:cubicBezTo>
                    <a:pt x="25" y="111"/>
                    <a:pt x="0" y="93"/>
                    <a:pt x="0" y="55"/>
                  </a:cubicBezTo>
                  <a:cubicBezTo>
                    <a:pt x="0" y="17"/>
                    <a:pt x="25" y="0"/>
                    <a:pt x="52" y="0"/>
                  </a:cubicBezTo>
                  <a:cubicBezTo>
                    <a:pt x="80" y="0"/>
                    <a:pt x="104" y="17"/>
                    <a:pt x="104" y="55"/>
                  </a:cubicBezTo>
                  <a:cubicBezTo>
                    <a:pt x="104" y="93"/>
                    <a:pt x="80" y="111"/>
                    <a:pt x="52" y="111"/>
                  </a:cubicBezTo>
                  <a:close/>
                  <a:moveTo>
                    <a:pt x="52" y="23"/>
                  </a:moveTo>
                  <a:cubicBezTo>
                    <a:pt x="32" y="23"/>
                    <a:pt x="28" y="42"/>
                    <a:pt x="28" y="55"/>
                  </a:cubicBezTo>
                  <a:cubicBezTo>
                    <a:pt x="28" y="69"/>
                    <a:pt x="32" y="87"/>
                    <a:pt x="52" y="87"/>
                  </a:cubicBezTo>
                  <a:cubicBezTo>
                    <a:pt x="73" y="87"/>
                    <a:pt x="77" y="69"/>
                    <a:pt x="77" y="55"/>
                  </a:cubicBezTo>
                  <a:cubicBezTo>
                    <a:pt x="77" y="42"/>
                    <a:pt x="73" y="23"/>
                    <a:pt x="52" y="2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19" name="Freeform 18">
              <a:extLst>
                <a:ext uri="{FF2B5EF4-FFF2-40B4-BE49-F238E27FC236}">
                  <a16:creationId xmlns:a16="http://schemas.microsoft.com/office/drawing/2014/main" id="{8548CA87-CBCF-598C-1AC5-514B024F4988}"/>
                </a:ext>
              </a:extLst>
            </p:cNvPr>
            <p:cNvSpPr>
              <a:spLocks/>
            </p:cNvSpPr>
            <p:nvPr userDrawn="1"/>
          </p:nvSpPr>
          <p:spPr bwMode="auto">
            <a:xfrm>
              <a:off x="681038" y="4454525"/>
              <a:ext cx="41275" cy="74613"/>
            </a:xfrm>
            <a:custGeom>
              <a:avLst/>
              <a:gdLst>
                <a:gd name="T0" fmla="*/ 0 w 59"/>
                <a:gd name="T1" fmla="*/ 2 h 108"/>
                <a:gd name="T2" fmla="*/ 27 w 59"/>
                <a:gd name="T3" fmla="*/ 2 h 108"/>
                <a:gd name="T4" fmla="*/ 27 w 59"/>
                <a:gd name="T5" fmla="*/ 15 h 108"/>
                <a:gd name="T6" fmla="*/ 56 w 59"/>
                <a:gd name="T7" fmla="*/ 0 h 108"/>
                <a:gd name="T8" fmla="*/ 59 w 59"/>
                <a:gd name="T9" fmla="*/ 0 h 108"/>
                <a:gd name="T10" fmla="*/ 59 w 59"/>
                <a:gd name="T11" fmla="*/ 26 h 108"/>
                <a:gd name="T12" fmla="*/ 58 w 59"/>
                <a:gd name="T13" fmla="*/ 26 h 108"/>
                <a:gd name="T14" fmla="*/ 29 w 59"/>
                <a:gd name="T15" fmla="*/ 38 h 108"/>
                <a:gd name="T16" fmla="*/ 29 w 59"/>
                <a:gd name="T17" fmla="*/ 108 h 108"/>
                <a:gd name="T18" fmla="*/ 0 w 59"/>
                <a:gd name="T19" fmla="*/ 108 h 108"/>
                <a:gd name="T20" fmla="*/ 0 w 59"/>
                <a:gd name="T21" fmla="*/ 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108">
                  <a:moveTo>
                    <a:pt x="0" y="2"/>
                  </a:moveTo>
                  <a:cubicBezTo>
                    <a:pt x="27" y="2"/>
                    <a:pt x="27" y="2"/>
                    <a:pt x="27" y="2"/>
                  </a:cubicBezTo>
                  <a:cubicBezTo>
                    <a:pt x="27" y="15"/>
                    <a:pt x="27" y="15"/>
                    <a:pt x="27" y="15"/>
                  </a:cubicBezTo>
                  <a:cubicBezTo>
                    <a:pt x="32" y="8"/>
                    <a:pt x="44" y="0"/>
                    <a:pt x="56" y="0"/>
                  </a:cubicBezTo>
                  <a:cubicBezTo>
                    <a:pt x="57" y="0"/>
                    <a:pt x="58" y="0"/>
                    <a:pt x="59" y="0"/>
                  </a:cubicBezTo>
                  <a:cubicBezTo>
                    <a:pt x="59" y="26"/>
                    <a:pt x="59" y="26"/>
                    <a:pt x="59" y="26"/>
                  </a:cubicBezTo>
                  <a:cubicBezTo>
                    <a:pt x="59" y="26"/>
                    <a:pt x="58" y="26"/>
                    <a:pt x="58" y="26"/>
                  </a:cubicBezTo>
                  <a:cubicBezTo>
                    <a:pt x="46" y="26"/>
                    <a:pt x="33" y="28"/>
                    <a:pt x="29" y="38"/>
                  </a:cubicBezTo>
                  <a:cubicBezTo>
                    <a:pt x="29" y="108"/>
                    <a:pt x="29" y="108"/>
                    <a:pt x="29" y="108"/>
                  </a:cubicBezTo>
                  <a:cubicBezTo>
                    <a:pt x="0" y="108"/>
                    <a:pt x="0" y="108"/>
                    <a:pt x="0" y="108"/>
                  </a:cubicBezTo>
                  <a:lnTo>
                    <a:pt x="0"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20" name="Freeform 19">
              <a:extLst>
                <a:ext uri="{FF2B5EF4-FFF2-40B4-BE49-F238E27FC236}">
                  <a16:creationId xmlns:a16="http://schemas.microsoft.com/office/drawing/2014/main" id="{08DB7930-D591-74DD-89DA-C727FA7475E9}"/>
                </a:ext>
              </a:extLst>
            </p:cNvPr>
            <p:cNvSpPr>
              <a:spLocks/>
            </p:cNvSpPr>
            <p:nvPr userDrawn="1"/>
          </p:nvSpPr>
          <p:spPr bwMode="auto">
            <a:xfrm>
              <a:off x="882651" y="4454525"/>
              <a:ext cx="66675" cy="101600"/>
            </a:xfrm>
            <a:custGeom>
              <a:avLst/>
              <a:gdLst>
                <a:gd name="T0" fmla="*/ 49 w 98"/>
                <a:gd name="T1" fmla="*/ 85 h 149"/>
                <a:gd name="T2" fmla="*/ 72 w 98"/>
                <a:gd name="T3" fmla="*/ 49 h 149"/>
                <a:gd name="T4" fmla="*/ 49 w 98"/>
                <a:gd name="T5" fmla="*/ 20 h 149"/>
                <a:gd name="T6" fmla="*/ 28 w 98"/>
                <a:gd name="T7" fmla="*/ 51 h 149"/>
                <a:gd name="T8" fmla="*/ 49 w 98"/>
                <a:gd name="T9" fmla="*/ 85 h 149"/>
                <a:gd name="T10" fmla="*/ 98 w 98"/>
                <a:gd name="T11" fmla="*/ 2 h 149"/>
                <a:gd name="T12" fmla="*/ 98 w 98"/>
                <a:gd name="T13" fmla="*/ 102 h 149"/>
                <a:gd name="T14" fmla="*/ 47 w 98"/>
                <a:gd name="T15" fmla="*/ 148 h 149"/>
                <a:gd name="T16" fmla="*/ 3 w 98"/>
                <a:gd name="T17" fmla="*/ 122 h 149"/>
                <a:gd name="T18" fmla="*/ 30 w 98"/>
                <a:gd name="T19" fmla="*/ 118 h 149"/>
                <a:gd name="T20" fmla="*/ 50 w 98"/>
                <a:gd name="T21" fmla="*/ 128 h 149"/>
                <a:gd name="T22" fmla="*/ 71 w 98"/>
                <a:gd name="T23" fmla="*/ 105 h 149"/>
                <a:gd name="T24" fmla="*/ 71 w 98"/>
                <a:gd name="T25" fmla="*/ 93 h 149"/>
                <a:gd name="T26" fmla="*/ 71 w 98"/>
                <a:gd name="T27" fmla="*/ 92 h 149"/>
                <a:gd name="T28" fmla="*/ 44 w 98"/>
                <a:gd name="T29" fmla="*/ 108 h 149"/>
                <a:gd name="T30" fmla="*/ 0 w 98"/>
                <a:gd name="T31" fmla="*/ 55 h 149"/>
                <a:gd name="T32" fmla="*/ 42 w 98"/>
                <a:gd name="T33" fmla="*/ 0 h 149"/>
                <a:gd name="T34" fmla="*/ 73 w 98"/>
                <a:gd name="T35" fmla="*/ 15 h 149"/>
                <a:gd name="T36" fmla="*/ 73 w 98"/>
                <a:gd name="T37" fmla="*/ 15 h 149"/>
                <a:gd name="T38" fmla="*/ 75 w 98"/>
                <a:gd name="T39" fmla="*/ 2 h 149"/>
                <a:gd name="T40" fmla="*/ 98 w 98"/>
                <a:gd name="T41"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149">
                  <a:moveTo>
                    <a:pt x="49" y="85"/>
                  </a:moveTo>
                  <a:cubicBezTo>
                    <a:pt x="70" y="85"/>
                    <a:pt x="72" y="63"/>
                    <a:pt x="72" y="49"/>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8"/>
                  </a:cubicBezTo>
                  <a:cubicBezTo>
                    <a:pt x="26" y="149"/>
                    <a:pt x="7" y="140"/>
                    <a:pt x="3" y="122"/>
                  </a:cubicBezTo>
                  <a:cubicBezTo>
                    <a:pt x="30" y="118"/>
                    <a:pt x="30" y="118"/>
                    <a:pt x="30" y="118"/>
                  </a:cubicBezTo>
                  <a:cubicBezTo>
                    <a:pt x="32" y="123"/>
                    <a:pt x="35" y="128"/>
                    <a:pt x="50" y="128"/>
                  </a:cubicBezTo>
                  <a:cubicBezTo>
                    <a:pt x="65" y="128"/>
                    <a:pt x="71" y="121"/>
                    <a:pt x="71" y="105"/>
                  </a:cubicBezTo>
                  <a:cubicBezTo>
                    <a:pt x="71" y="93"/>
                    <a:pt x="71" y="93"/>
                    <a:pt x="71"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sp>
          <p:nvSpPr>
            <p:cNvPr id="21" name="Freeform 20">
              <a:extLst>
                <a:ext uri="{FF2B5EF4-FFF2-40B4-BE49-F238E27FC236}">
                  <a16:creationId xmlns:a16="http://schemas.microsoft.com/office/drawing/2014/main" id="{8EF3CEB0-2B84-56E6-EAAF-9D7C11770197}"/>
                </a:ext>
              </a:extLst>
            </p:cNvPr>
            <p:cNvSpPr>
              <a:spLocks/>
            </p:cNvSpPr>
            <p:nvPr userDrawn="1"/>
          </p:nvSpPr>
          <p:spPr bwMode="auto">
            <a:xfrm>
              <a:off x="1016001" y="4429125"/>
              <a:ext cx="49213" cy="23813"/>
            </a:xfrm>
            <a:custGeom>
              <a:avLst/>
              <a:gdLst>
                <a:gd name="T0" fmla="*/ 12 w 31"/>
                <a:gd name="T1" fmla="*/ 2 h 15"/>
                <a:gd name="T2" fmla="*/ 7 w 31"/>
                <a:gd name="T3" fmla="*/ 2 h 15"/>
                <a:gd name="T4" fmla="*/ 7 w 31"/>
                <a:gd name="T5" fmla="*/ 15 h 15"/>
                <a:gd name="T6" fmla="*/ 5 w 31"/>
                <a:gd name="T7" fmla="*/ 15 h 15"/>
                <a:gd name="T8" fmla="*/ 5 w 31"/>
                <a:gd name="T9" fmla="*/ 2 h 15"/>
                <a:gd name="T10" fmla="*/ 0 w 31"/>
                <a:gd name="T11" fmla="*/ 2 h 15"/>
                <a:gd name="T12" fmla="*/ 0 w 31"/>
                <a:gd name="T13" fmla="*/ 0 h 15"/>
                <a:gd name="T14" fmla="*/ 12 w 31"/>
                <a:gd name="T15" fmla="*/ 0 h 15"/>
                <a:gd name="T16" fmla="*/ 12 w 31"/>
                <a:gd name="T17" fmla="*/ 2 h 15"/>
                <a:gd name="T18" fmla="*/ 31 w 31"/>
                <a:gd name="T19" fmla="*/ 15 h 15"/>
                <a:gd name="T20" fmla="*/ 29 w 31"/>
                <a:gd name="T21" fmla="*/ 15 h 15"/>
                <a:gd name="T22" fmla="*/ 29 w 31"/>
                <a:gd name="T23" fmla="*/ 3 h 15"/>
                <a:gd name="T24" fmla="*/ 29 w 31"/>
                <a:gd name="T25" fmla="*/ 3 h 15"/>
                <a:gd name="T26" fmla="*/ 24 w 31"/>
                <a:gd name="T27" fmla="*/ 15 h 15"/>
                <a:gd name="T28" fmla="*/ 22 w 31"/>
                <a:gd name="T29" fmla="*/ 15 h 15"/>
                <a:gd name="T30" fmla="*/ 17 w 31"/>
                <a:gd name="T31" fmla="*/ 3 h 15"/>
                <a:gd name="T32" fmla="*/ 17 w 31"/>
                <a:gd name="T33" fmla="*/ 3 h 15"/>
                <a:gd name="T34" fmla="*/ 17 w 31"/>
                <a:gd name="T35" fmla="*/ 15 h 15"/>
                <a:gd name="T36" fmla="*/ 15 w 31"/>
                <a:gd name="T37" fmla="*/ 15 h 15"/>
                <a:gd name="T38" fmla="*/ 15 w 31"/>
                <a:gd name="T39" fmla="*/ 0 h 15"/>
                <a:gd name="T40" fmla="*/ 19 w 31"/>
                <a:gd name="T41" fmla="*/ 0 h 15"/>
                <a:gd name="T42" fmla="*/ 23 w 31"/>
                <a:gd name="T43" fmla="*/ 12 h 15"/>
                <a:gd name="T44" fmla="*/ 28 w 31"/>
                <a:gd name="T45" fmla="*/ 0 h 15"/>
                <a:gd name="T46" fmla="*/ 31 w 31"/>
                <a:gd name="T47" fmla="*/ 0 h 15"/>
                <a:gd name="T48" fmla="*/ 31 w 31"/>
                <a:gd name="T4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1" h="15">
                  <a:moveTo>
                    <a:pt x="12" y="2"/>
                  </a:moveTo>
                  <a:lnTo>
                    <a:pt x="7" y="2"/>
                  </a:lnTo>
                  <a:lnTo>
                    <a:pt x="7" y="15"/>
                  </a:lnTo>
                  <a:lnTo>
                    <a:pt x="5" y="15"/>
                  </a:lnTo>
                  <a:lnTo>
                    <a:pt x="5" y="2"/>
                  </a:lnTo>
                  <a:lnTo>
                    <a:pt x="0" y="2"/>
                  </a:lnTo>
                  <a:lnTo>
                    <a:pt x="0" y="0"/>
                  </a:lnTo>
                  <a:lnTo>
                    <a:pt x="12" y="0"/>
                  </a:lnTo>
                  <a:lnTo>
                    <a:pt x="12" y="2"/>
                  </a:lnTo>
                  <a:close/>
                  <a:moveTo>
                    <a:pt x="31" y="15"/>
                  </a:moveTo>
                  <a:lnTo>
                    <a:pt x="29" y="15"/>
                  </a:lnTo>
                  <a:lnTo>
                    <a:pt x="29" y="3"/>
                  </a:lnTo>
                  <a:lnTo>
                    <a:pt x="29" y="3"/>
                  </a:lnTo>
                  <a:lnTo>
                    <a:pt x="24" y="15"/>
                  </a:lnTo>
                  <a:lnTo>
                    <a:pt x="22" y="15"/>
                  </a:lnTo>
                  <a:lnTo>
                    <a:pt x="17" y="3"/>
                  </a:lnTo>
                  <a:lnTo>
                    <a:pt x="17" y="3"/>
                  </a:lnTo>
                  <a:lnTo>
                    <a:pt x="17" y="15"/>
                  </a:lnTo>
                  <a:lnTo>
                    <a:pt x="15" y="15"/>
                  </a:lnTo>
                  <a:lnTo>
                    <a:pt x="15" y="0"/>
                  </a:lnTo>
                  <a:lnTo>
                    <a:pt x="19" y="0"/>
                  </a:lnTo>
                  <a:lnTo>
                    <a:pt x="23" y="12"/>
                  </a:lnTo>
                  <a:lnTo>
                    <a:pt x="28" y="0"/>
                  </a:lnTo>
                  <a:lnTo>
                    <a:pt x="31" y="0"/>
                  </a:lnTo>
                  <a:lnTo>
                    <a:pt x="31"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Helvetica 75 Bold"/>
                <a:ea typeface="+mn-ea"/>
                <a:cs typeface="+mn-cs"/>
              </a:endParaRPr>
            </a:p>
          </p:txBody>
        </p:sp>
      </p:grpSp>
    </p:spTree>
    <p:extLst>
      <p:ext uri="{BB962C8B-B14F-4D97-AF65-F5344CB8AC3E}">
        <p14:creationId xmlns:p14="http://schemas.microsoft.com/office/powerpoint/2010/main" val="25815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C8D0742E-0621-31AE-9437-3B01371AEF91}"/>
              </a:ext>
            </a:extLst>
          </p:cNvPr>
          <p:cNvSpPr txBox="1">
            <a:spLocks/>
          </p:cNvSpPr>
          <p:nvPr/>
        </p:nvSpPr>
        <p:spPr>
          <a:xfrm>
            <a:off x="507203" y="3138559"/>
            <a:ext cx="3714749" cy="712540"/>
          </a:xfrm>
          <a:prstGeom prst="rect">
            <a:avLst/>
          </a:prstGeom>
        </p:spPr>
        <p:txBody>
          <a:bodyPr lIns="0" tIns="0" rIns="0" bIns="0"/>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pPr>
            <a:r>
              <a:rPr lang="en-US" noProof="0" dirty="0"/>
              <a:t>Aliette Mousnier-Lompré</a:t>
            </a:r>
            <a:br>
              <a:rPr lang="en-US" noProof="0" dirty="0"/>
            </a:br>
            <a:r>
              <a:rPr lang="en-US" noProof="0" dirty="0"/>
              <a:t>CEO Orange Business</a:t>
            </a:r>
          </a:p>
        </p:txBody>
      </p:sp>
      <p:sp>
        <p:nvSpPr>
          <p:cNvPr id="3" name="Title 2">
            <a:extLst>
              <a:ext uri="{FF2B5EF4-FFF2-40B4-BE49-F238E27FC236}">
                <a16:creationId xmlns:a16="http://schemas.microsoft.com/office/drawing/2014/main" id="{8EC45C07-13E9-14CF-0DAA-9E4F4DB96FAC}"/>
              </a:ext>
            </a:extLst>
          </p:cNvPr>
          <p:cNvSpPr txBox="1">
            <a:spLocks/>
          </p:cNvSpPr>
          <p:nvPr/>
        </p:nvSpPr>
        <p:spPr>
          <a:xfrm>
            <a:off x="507203" y="1164326"/>
            <a:ext cx="3840164" cy="1863044"/>
          </a:xfrm>
          <a:prstGeom prst="rect">
            <a:avLst/>
          </a:prstGeom>
        </p:spPr>
        <p:txBody>
          <a:bodyPr lIns="0" tIns="0" rIns="0" bIns="0"/>
          <a:lstStyle>
            <a:lvl1pPr marL="0" indent="0" algn="l" defTabSz="914400" rtl="0" eaLnBrk="1" latinLnBrk="0" hangingPunct="1">
              <a:lnSpc>
                <a:spcPct val="90000"/>
              </a:lnSpc>
              <a:spcBef>
                <a:spcPct val="0"/>
              </a:spcBef>
              <a:buNone/>
              <a:defRPr sz="2000" b="1" i="0" kern="1200" spc="-20" baseline="0">
                <a:solidFill>
                  <a:schemeClr val="bg2"/>
                </a:solidFill>
                <a:latin typeface="+mn-lt"/>
                <a:ea typeface="Helvetica 75 Bold" panose="02000503000000020004" pitchFamily="2" charset="0"/>
                <a:cs typeface="Helvetica 75 Bold" panose="02000503000000020004" pitchFamily="2" charset="0"/>
              </a:defRPr>
            </a:lvl1pPr>
          </a:lstStyle>
          <a:p>
            <a:pPr>
              <a:lnSpc>
                <a:spcPct val="100000"/>
              </a:lnSpc>
            </a:pPr>
            <a:r>
              <a:rPr lang="en-US" noProof="0" dirty="0">
                <a:solidFill>
                  <a:schemeClr val="tx1"/>
                </a:solidFill>
              </a:rPr>
              <a:t>“We make the complex clear, bringing trust to a crazy world. Our end-to-end services, from networks to digital solutions, ensure our clients can move forward with confidence.”</a:t>
            </a:r>
            <a:br>
              <a:rPr lang="en-US" noProof="0" dirty="0">
                <a:solidFill>
                  <a:schemeClr val="tx1"/>
                </a:solidFill>
              </a:rPr>
            </a:br>
            <a:endParaRPr lang="en-US" noProof="0" dirty="0">
              <a:solidFill>
                <a:schemeClr val="tx1"/>
              </a:solidFill>
            </a:endParaRPr>
          </a:p>
        </p:txBody>
      </p:sp>
      <p:pic>
        <p:nvPicPr>
          <p:cNvPr id="4" name="Image 8" descr="Une image contenant personne, Visage humain, habits, sourire&#10;&#10;Le contenu généré par l’IA peut être incorrect.">
            <a:extLst>
              <a:ext uri="{FF2B5EF4-FFF2-40B4-BE49-F238E27FC236}">
                <a16:creationId xmlns:a16="http://schemas.microsoft.com/office/drawing/2014/main" id="{A9024700-79C3-1C29-D010-BCCC84E32CA5}"/>
              </a:ext>
            </a:extLst>
          </p:cNvPr>
          <p:cNvPicPr>
            <a:picLocks noChangeAspect="1"/>
          </p:cNvPicPr>
          <p:nvPr/>
        </p:nvPicPr>
        <p:blipFill>
          <a:blip r:embed="rId2" cstate="print">
            <a:extLst>
              <a:ext uri="{28A0092B-C50C-407E-A947-70E740481C1C}">
                <a14:useLocalDpi xmlns:a14="http://schemas.microsoft.com/office/drawing/2010/main" val="0"/>
              </a:ext>
            </a:extLst>
          </a:blip>
          <a:srcRect l="14972" t="2719" r="23462" b="4758"/>
          <a:stretch>
            <a:fillRect/>
          </a:stretch>
        </p:blipFill>
        <p:spPr>
          <a:xfrm>
            <a:off x="5220072" y="1164326"/>
            <a:ext cx="2808312" cy="2814848"/>
          </a:xfrm>
          <a:prstGeom prst="rect">
            <a:avLst/>
          </a:prstGeom>
        </p:spPr>
      </p:pic>
    </p:spTree>
    <p:extLst>
      <p:ext uri="{BB962C8B-B14F-4D97-AF65-F5344CB8AC3E}">
        <p14:creationId xmlns:p14="http://schemas.microsoft.com/office/powerpoint/2010/main" val="376218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9352D4-FBBE-F66D-892D-215893256224}"/>
              </a:ext>
            </a:extLst>
          </p:cNvPr>
          <p:cNvSpPr>
            <a:spLocks noGrp="1"/>
          </p:cNvSpPr>
          <p:nvPr>
            <p:ph idx="1"/>
          </p:nvPr>
        </p:nvSpPr>
        <p:spPr>
          <a:xfrm>
            <a:off x="569913" y="1347614"/>
            <a:ext cx="8001001" cy="3138485"/>
          </a:xfrm>
        </p:spPr>
        <p:txBody>
          <a:bodyPr/>
          <a:lstStyle/>
          <a:p>
            <a:pPr marL="269875" indent="-269875">
              <a:lnSpc>
                <a:spcPct val="100000"/>
              </a:lnSpc>
              <a:buClr>
                <a:schemeClr val="bg2"/>
              </a:buClr>
              <a:buSzPct val="100000"/>
              <a:buAutoNum type="arabicPeriod"/>
            </a:pPr>
            <a:r>
              <a:rPr lang="en-US" sz="2000" noProof="0" dirty="0"/>
              <a:t>Who we are</a:t>
            </a:r>
            <a:br>
              <a:rPr lang="en-US" noProof="0" dirty="0"/>
            </a:br>
            <a:r>
              <a:rPr lang="en-US" noProof="0" dirty="0">
                <a:solidFill>
                  <a:schemeClr val="tx1"/>
                </a:solidFill>
              </a:rPr>
              <a:t>Orange Business: at once an operator, integrator and platform player</a:t>
            </a:r>
            <a:br>
              <a:rPr lang="en-US" noProof="0" dirty="0">
                <a:solidFill>
                  <a:schemeClr val="tx1"/>
                </a:solidFill>
              </a:rPr>
            </a:br>
            <a:endParaRPr lang="en-US" noProof="0" dirty="0">
              <a:solidFill>
                <a:schemeClr val="tx1"/>
              </a:solidFill>
            </a:endParaRPr>
          </a:p>
          <a:p>
            <a:pPr marL="269875" indent="-269875">
              <a:lnSpc>
                <a:spcPct val="100000"/>
              </a:lnSpc>
              <a:buClr>
                <a:schemeClr val="bg2"/>
              </a:buClr>
              <a:buSzPct val="100000"/>
              <a:buAutoNum type="arabicPeriod"/>
            </a:pPr>
            <a:r>
              <a:rPr lang="en-US" sz="2000" noProof="0" dirty="0"/>
              <a:t>What sets us apart</a:t>
            </a:r>
            <a:br>
              <a:rPr lang="en-US" noProof="0" dirty="0"/>
            </a:br>
            <a:r>
              <a:rPr lang="en-US" noProof="0" dirty="0">
                <a:solidFill>
                  <a:schemeClr val="tx1"/>
                </a:solidFill>
              </a:rPr>
              <a:t>An end-to-end player across the digital value chain</a:t>
            </a:r>
            <a:br>
              <a:rPr lang="en-US" noProof="0" dirty="0">
                <a:solidFill>
                  <a:schemeClr val="tx1"/>
                </a:solidFill>
              </a:rPr>
            </a:br>
            <a:endParaRPr lang="en-US" noProof="0" dirty="0">
              <a:solidFill>
                <a:schemeClr val="tx1"/>
              </a:solidFill>
            </a:endParaRPr>
          </a:p>
          <a:p>
            <a:pPr marL="269875" indent="-269875">
              <a:lnSpc>
                <a:spcPct val="100000"/>
              </a:lnSpc>
              <a:buClr>
                <a:schemeClr val="bg2"/>
              </a:buClr>
              <a:buSzPct val="100000"/>
              <a:buAutoNum type="arabicPeriod"/>
            </a:pPr>
            <a:r>
              <a:rPr lang="en-US" sz="2000" noProof="0" dirty="0"/>
              <a:t>How we do it</a:t>
            </a:r>
            <a:br>
              <a:rPr lang="en-US" noProof="0" dirty="0"/>
            </a:br>
            <a:r>
              <a:rPr lang="en-US" noProof="0" dirty="0">
                <a:solidFill>
                  <a:schemeClr val="tx1"/>
                </a:solidFill>
              </a:rPr>
              <a:t>The right expertise, at every step</a:t>
            </a:r>
            <a:endParaRPr lang="en-US" noProof="0" dirty="0"/>
          </a:p>
        </p:txBody>
      </p:sp>
      <p:sp>
        <p:nvSpPr>
          <p:cNvPr id="3" name="Title 2">
            <a:extLst>
              <a:ext uri="{FF2B5EF4-FFF2-40B4-BE49-F238E27FC236}">
                <a16:creationId xmlns:a16="http://schemas.microsoft.com/office/drawing/2014/main" id="{53A1FEE8-26CF-E441-6B8B-A9EE88118EED}"/>
              </a:ext>
            </a:extLst>
          </p:cNvPr>
          <p:cNvSpPr>
            <a:spLocks noGrp="1"/>
          </p:cNvSpPr>
          <p:nvPr>
            <p:ph type="title"/>
          </p:nvPr>
        </p:nvSpPr>
        <p:spPr/>
        <p:txBody>
          <a:bodyPr/>
          <a:lstStyle/>
          <a:p>
            <a:r>
              <a:rPr lang="en-US" noProof="0" dirty="0"/>
              <a:t>Contents</a:t>
            </a:r>
          </a:p>
        </p:txBody>
      </p:sp>
    </p:spTree>
    <p:extLst>
      <p:ext uri="{BB962C8B-B14F-4D97-AF65-F5344CB8AC3E}">
        <p14:creationId xmlns:p14="http://schemas.microsoft.com/office/powerpoint/2010/main" val="219039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5C2FF2-3CF9-B909-6262-8AEC6382C8F4}"/>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1705"/>
            <a:ext cx="9147036" cy="5141795"/>
          </a:xfrm>
          <a:prstGeom prst="rect">
            <a:avLst/>
          </a:prstGeom>
        </p:spPr>
      </p:pic>
      <p:sp>
        <p:nvSpPr>
          <p:cNvPr id="5" name="Rectangle 4">
            <a:extLst>
              <a:ext uri="{FF2B5EF4-FFF2-40B4-BE49-F238E27FC236}">
                <a16:creationId xmlns:a16="http://schemas.microsoft.com/office/drawing/2014/main" id="{23B2868C-E51B-F385-B192-B823CAA8FD72}"/>
              </a:ext>
            </a:extLst>
          </p:cNvPr>
          <p:cNvSpPr/>
          <p:nvPr/>
        </p:nvSpPr>
        <p:spPr>
          <a:xfrm>
            <a:off x="-1" y="0"/>
            <a:ext cx="6257366" cy="5143500"/>
          </a:xfrm>
          <a:prstGeom prst="rect">
            <a:avLst/>
          </a:prstGeom>
          <a:gradFill flip="none" rotWithShape="1">
            <a:gsLst>
              <a:gs pos="34000">
                <a:schemeClr val="bg1">
                  <a:lumMod val="95000"/>
                  <a:lumOff val="5000"/>
                  <a:alpha val="29537"/>
                </a:schemeClr>
              </a:gs>
              <a:gs pos="65000">
                <a:schemeClr val="bg1">
                  <a:lumMod val="85000"/>
                  <a:lumOff val="15000"/>
                  <a:alpha val="0"/>
                </a:schemeClr>
              </a:gs>
              <a:gs pos="100000">
                <a:schemeClr val="bg1">
                  <a:lumMod val="75000"/>
                  <a:lumOff val="2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rgbClr val="000000"/>
              </a:solidFill>
            </a:endParaRPr>
          </a:p>
        </p:txBody>
      </p:sp>
      <p:sp>
        <p:nvSpPr>
          <p:cNvPr id="3" name="Title 2">
            <a:extLst>
              <a:ext uri="{FF2B5EF4-FFF2-40B4-BE49-F238E27FC236}">
                <a16:creationId xmlns:a16="http://schemas.microsoft.com/office/drawing/2014/main" id="{14114910-B0E2-E504-9073-D22294F8981A}"/>
              </a:ext>
            </a:extLst>
          </p:cNvPr>
          <p:cNvSpPr>
            <a:spLocks noGrp="1"/>
          </p:cNvSpPr>
          <p:nvPr>
            <p:ph type="title"/>
          </p:nvPr>
        </p:nvSpPr>
        <p:spPr>
          <a:xfrm>
            <a:off x="569914" y="571500"/>
            <a:ext cx="3480793" cy="1257300"/>
          </a:xfrm>
        </p:spPr>
        <p:txBody>
          <a:bodyPr/>
          <a:lstStyle/>
          <a:p>
            <a:pPr marL="361950" indent="-361950">
              <a:lnSpc>
                <a:spcPct val="100000"/>
              </a:lnSpc>
              <a:spcBef>
                <a:spcPts val="600"/>
              </a:spcBef>
              <a:buClr>
                <a:schemeClr val="bg2"/>
              </a:buClr>
              <a:buFont typeface="+mj-lt"/>
              <a:buAutoNum type="arabicPeriod"/>
            </a:pPr>
            <a:r>
              <a:rPr lang="en-US" sz="2800" noProof="0" dirty="0"/>
              <a:t>Who we are</a:t>
            </a:r>
            <a:br>
              <a:rPr lang="en-US" sz="2800" noProof="0" dirty="0"/>
            </a:br>
            <a:r>
              <a:rPr lang="en-US" noProof="0" dirty="0">
                <a:solidFill>
                  <a:schemeClr val="tx1"/>
                </a:solidFill>
              </a:rPr>
              <a:t>Orange Business: at once an operator, integrator and platform player</a:t>
            </a:r>
            <a:endParaRPr lang="en-US" sz="2800" noProof="0" dirty="0"/>
          </a:p>
        </p:txBody>
      </p:sp>
    </p:spTree>
    <p:extLst>
      <p:ext uri="{BB962C8B-B14F-4D97-AF65-F5344CB8AC3E}">
        <p14:creationId xmlns:p14="http://schemas.microsoft.com/office/powerpoint/2010/main" val="281033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8B86D-A581-C39E-51AB-48DDC6376CD5}"/>
            </a:ext>
          </a:extLst>
        </p:cNvPr>
        <p:cNvGrpSpPr/>
        <p:nvPr/>
      </p:nvGrpSpPr>
      <p:grpSpPr>
        <a:xfrm>
          <a:off x="0" y="0"/>
          <a:ext cx="0" cy="0"/>
          <a:chOff x="0" y="0"/>
          <a:chExt cx="0" cy="0"/>
        </a:xfrm>
      </p:grpSpPr>
      <p:sp>
        <p:nvSpPr>
          <p:cNvPr id="19" name="Espace réservé du texte 18">
            <a:extLst>
              <a:ext uri="{FF2B5EF4-FFF2-40B4-BE49-F238E27FC236}">
                <a16:creationId xmlns:a16="http://schemas.microsoft.com/office/drawing/2014/main" id="{3946F4E5-FD29-EF35-5275-C1DFA102779F}"/>
              </a:ext>
            </a:extLst>
          </p:cNvPr>
          <p:cNvSpPr>
            <a:spLocks noGrp="1"/>
          </p:cNvSpPr>
          <p:nvPr>
            <p:ph type="body" sz="quarter" idx="12"/>
          </p:nvPr>
        </p:nvSpPr>
        <p:spPr>
          <a:xfrm>
            <a:off x="569913" y="571500"/>
            <a:ext cx="8001001" cy="432757"/>
          </a:xfrm>
        </p:spPr>
        <p:txBody>
          <a:bodyPr>
            <a:normAutofit/>
          </a:bodyPr>
          <a:lstStyle/>
          <a:p>
            <a:r>
              <a:rPr lang="en-US" sz="2000" noProof="0" dirty="0"/>
              <a:t>The world is transforming. </a:t>
            </a:r>
            <a:r>
              <a:rPr lang="en-US" sz="2000" noProof="0" dirty="0">
                <a:solidFill>
                  <a:schemeClr val="tx1"/>
                </a:solidFill>
              </a:rPr>
              <a:t>So are our challenges.</a:t>
            </a:r>
            <a:endParaRPr lang="en-US" sz="2000" noProof="0" dirty="0"/>
          </a:p>
        </p:txBody>
      </p:sp>
      <p:sp>
        <p:nvSpPr>
          <p:cNvPr id="4" name="Rectangle 3">
            <a:extLst>
              <a:ext uri="{FF2B5EF4-FFF2-40B4-BE49-F238E27FC236}">
                <a16:creationId xmlns:a16="http://schemas.microsoft.com/office/drawing/2014/main" id="{841BE381-7461-604D-14D7-D2D7EFD63248}"/>
              </a:ext>
            </a:extLst>
          </p:cNvPr>
          <p:cNvSpPr/>
          <p:nvPr/>
        </p:nvSpPr>
        <p:spPr>
          <a:xfrm>
            <a:off x="618894" y="1590065"/>
            <a:ext cx="3055259" cy="2950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ea typeface="+mn-ea"/>
                <a:cs typeface="+mn-cs"/>
              </a:rPr>
              <a:t>The </a:t>
            </a:r>
            <a:r>
              <a:rPr kumimoji="0" lang="en-US" sz="1400" b="0" i="0" u="none" strike="noStrike" kern="1200" cap="none" spc="0" normalizeH="0" baseline="0" noProof="0" dirty="0">
                <a:ln>
                  <a:noFill/>
                </a:ln>
                <a:solidFill>
                  <a:schemeClr val="bg2"/>
                </a:solidFill>
                <a:effectLst/>
                <a:uLnTx/>
                <a:uFillTx/>
                <a:ea typeface="+mn-ea"/>
                <a:cs typeface="+mn-cs"/>
              </a:rPr>
              <a:t>all-digital</a:t>
            </a:r>
            <a:r>
              <a:rPr kumimoji="0" lang="en-US" sz="1400" b="0" i="0" u="none" strike="noStrike" kern="1200" cap="none" spc="0" normalizeH="0" baseline="0" noProof="0" dirty="0">
                <a:ln>
                  <a:noFill/>
                </a:ln>
                <a:solidFill>
                  <a:srgbClr val="FFFFFF"/>
                </a:solidFill>
                <a:effectLst/>
                <a:uLnTx/>
                <a:uFillTx/>
                <a:ea typeface="+mn-ea"/>
                <a:cs typeface="+mn-cs"/>
              </a:rPr>
              <a:t> expectation</a:t>
            </a:r>
            <a:endParaRPr kumimoji="0" lang="en-US" sz="1400" b="0" i="0" u="none" strike="noStrike" kern="1200" cap="none" spc="0" normalizeH="0" baseline="0" noProof="0" dirty="0">
              <a:ln>
                <a:noFill/>
              </a:ln>
              <a:solidFill>
                <a:schemeClr val="bg2"/>
              </a:solidFill>
              <a:effectLst/>
              <a:uLnTx/>
              <a:uFillTx/>
              <a:ea typeface="+mn-ea"/>
              <a:cs typeface="+mn-cs"/>
            </a:endParaRPr>
          </a:p>
        </p:txBody>
      </p:sp>
      <p:sp>
        <p:nvSpPr>
          <p:cNvPr id="5" name="Rectangle 4">
            <a:extLst>
              <a:ext uri="{FF2B5EF4-FFF2-40B4-BE49-F238E27FC236}">
                <a16:creationId xmlns:a16="http://schemas.microsoft.com/office/drawing/2014/main" id="{48044E48-1FCC-BF8B-FC29-E4DE2AF357BF}"/>
              </a:ext>
            </a:extLst>
          </p:cNvPr>
          <p:cNvSpPr/>
          <p:nvPr/>
        </p:nvSpPr>
        <p:spPr>
          <a:xfrm>
            <a:off x="4164895" y="3602456"/>
            <a:ext cx="3009308" cy="432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ea typeface="+mn-ea"/>
                <a:cs typeface="+mn-cs"/>
              </a:rPr>
              <a:t>The </a:t>
            </a:r>
            <a:r>
              <a:rPr kumimoji="0" lang="en-US" sz="1400" b="0" i="0" u="none" strike="noStrike" kern="1200" cap="none" spc="0" normalizeH="0" baseline="0" noProof="0" dirty="0">
                <a:ln>
                  <a:noFill/>
                </a:ln>
                <a:solidFill>
                  <a:schemeClr val="bg2"/>
                </a:solidFill>
                <a:effectLst/>
                <a:uLnTx/>
                <a:uFillTx/>
                <a:ea typeface="+mn-ea"/>
                <a:cs typeface="+mn-cs"/>
              </a:rPr>
              <a:t>sustainability </a:t>
            </a:r>
            <a:r>
              <a:rPr kumimoji="0" lang="en-US" sz="1400" b="0" i="0" u="none" strike="noStrike" kern="1200" cap="none" spc="0" normalizeH="0" baseline="0" noProof="0" dirty="0">
                <a:ln>
                  <a:noFill/>
                </a:ln>
                <a:solidFill>
                  <a:srgbClr val="FFFFFF"/>
                </a:solidFill>
                <a:effectLst/>
                <a:uLnTx/>
                <a:uFillTx/>
                <a:ea typeface="+mn-ea"/>
                <a:cs typeface="+mn-cs"/>
              </a:rPr>
              <a:t>challenge</a:t>
            </a:r>
            <a:endParaRPr kumimoji="0" lang="en-US" sz="1400" b="0" i="0" u="none" strike="noStrike" kern="1200" cap="none" spc="0" normalizeH="0" baseline="0" noProof="0" dirty="0">
              <a:ln>
                <a:noFill/>
              </a:ln>
              <a:solidFill>
                <a:schemeClr val="bg2"/>
              </a:solidFill>
              <a:effectLst/>
              <a:uLnTx/>
              <a:uFillTx/>
              <a:ea typeface="+mn-ea"/>
              <a:cs typeface="+mn-cs"/>
            </a:endParaRPr>
          </a:p>
        </p:txBody>
      </p:sp>
      <p:sp>
        <p:nvSpPr>
          <p:cNvPr id="6" name="Rectangle 5">
            <a:extLst>
              <a:ext uri="{FF2B5EF4-FFF2-40B4-BE49-F238E27FC236}">
                <a16:creationId xmlns:a16="http://schemas.microsoft.com/office/drawing/2014/main" id="{391720D2-8C04-D813-511E-2E286C5F772B}"/>
              </a:ext>
            </a:extLst>
          </p:cNvPr>
          <p:cNvSpPr/>
          <p:nvPr/>
        </p:nvSpPr>
        <p:spPr>
          <a:xfrm>
            <a:off x="618894" y="3602456"/>
            <a:ext cx="2620152" cy="432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ea typeface="+mn-ea"/>
                <a:cs typeface="+mn-cs"/>
              </a:rPr>
              <a:t>The </a:t>
            </a:r>
            <a:r>
              <a:rPr kumimoji="0" lang="en-US" sz="1400" b="0" i="0" u="none" strike="noStrike" kern="1200" cap="none" spc="0" normalizeH="0" baseline="0" noProof="0" dirty="0">
                <a:ln>
                  <a:noFill/>
                </a:ln>
                <a:solidFill>
                  <a:schemeClr val="bg2"/>
                </a:solidFill>
                <a:effectLst/>
                <a:uLnTx/>
                <a:uFillTx/>
                <a:ea typeface="+mn-ea"/>
                <a:cs typeface="+mn-cs"/>
              </a:rPr>
              <a:t>trust</a:t>
            </a:r>
            <a:r>
              <a:rPr kumimoji="0" lang="en-US" sz="1400" b="0" i="0" u="none" strike="noStrike" kern="1200" cap="none" spc="0" normalizeH="0" baseline="0" noProof="0" dirty="0">
                <a:ln>
                  <a:noFill/>
                </a:ln>
                <a:solidFill>
                  <a:srgbClr val="FFFFFF"/>
                </a:solidFill>
                <a:effectLst/>
                <a:uLnTx/>
                <a:uFillTx/>
                <a:ea typeface="+mn-ea"/>
                <a:cs typeface="+mn-cs"/>
              </a:rPr>
              <a:t> imperative </a:t>
            </a:r>
            <a:endParaRPr kumimoji="0" lang="en-US" sz="1400" b="0" i="0" u="none" strike="noStrike" kern="1200" cap="none" spc="0" normalizeH="0" baseline="0" noProof="0" dirty="0">
              <a:ln>
                <a:noFill/>
              </a:ln>
              <a:solidFill>
                <a:srgbClr val="FF7900"/>
              </a:solidFill>
              <a:effectLst/>
              <a:uLnTx/>
              <a:uFillTx/>
              <a:ea typeface="+mn-ea"/>
              <a:cs typeface="+mn-cs"/>
            </a:endParaRPr>
          </a:p>
        </p:txBody>
      </p:sp>
      <p:grpSp>
        <p:nvGrpSpPr>
          <p:cNvPr id="7" name="Group 6">
            <a:extLst>
              <a:ext uri="{FF2B5EF4-FFF2-40B4-BE49-F238E27FC236}">
                <a16:creationId xmlns:a16="http://schemas.microsoft.com/office/drawing/2014/main" id="{C134238B-B289-5A28-01A2-EC09C8028A6B}"/>
              </a:ext>
            </a:extLst>
          </p:cNvPr>
          <p:cNvGrpSpPr/>
          <p:nvPr/>
        </p:nvGrpSpPr>
        <p:grpSpPr>
          <a:xfrm>
            <a:off x="618894" y="1059582"/>
            <a:ext cx="412228" cy="362748"/>
            <a:chOff x="5798453" y="734546"/>
            <a:chExt cx="412228" cy="362748"/>
          </a:xfrm>
        </p:grpSpPr>
        <p:sp>
          <p:nvSpPr>
            <p:cNvPr id="8" name="Forme libre : forme 24">
              <a:extLst>
                <a:ext uri="{FF2B5EF4-FFF2-40B4-BE49-F238E27FC236}">
                  <a16:creationId xmlns:a16="http://schemas.microsoft.com/office/drawing/2014/main" id="{33CD6BF9-E4E1-3C20-B905-49502EA6CBBF}"/>
                </a:ext>
              </a:extLst>
            </p:cNvPr>
            <p:cNvSpPr/>
            <p:nvPr/>
          </p:nvSpPr>
          <p:spPr>
            <a:xfrm>
              <a:off x="5957837" y="734546"/>
              <a:ext cx="93412" cy="362699"/>
            </a:xfrm>
            <a:custGeom>
              <a:avLst/>
              <a:gdLst>
                <a:gd name="connsiteX0" fmla="*/ 76009 w 182880"/>
                <a:gd name="connsiteY0" fmla="*/ 181451 h 710088"/>
                <a:gd name="connsiteX1" fmla="*/ 76009 w 182880"/>
                <a:gd name="connsiteY1" fmla="*/ 694658 h 710088"/>
                <a:gd name="connsiteX2" fmla="*/ 91440 w 182880"/>
                <a:gd name="connsiteY2" fmla="*/ 710089 h 710088"/>
                <a:gd name="connsiteX3" fmla="*/ 106871 w 182880"/>
                <a:gd name="connsiteY3" fmla="*/ 694658 h 710088"/>
                <a:gd name="connsiteX4" fmla="*/ 106871 w 182880"/>
                <a:gd name="connsiteY4" fmla="*/ 181451 h 710088"/>
                <a:gd name="connsiteX5" fmla="*/ 182880 w 182880"/>
                <a:gd name="connsiteY5" fmla="*/ 91440 h 710088"/>
                <a:gd name="connsiteX6" fmla="*/ 91440 w 182880"/>
                <a:gd name="connsiteY6" fmla="*/ 0 h 710088"/>
                <a:gd name="connsiteX7" fmla="*/ 0 w 182880"/>
                <a:gd name="connsiteY7" fmla="*/ 91440 h 710088"/>
                <a:gd name="connsiteX8" fmla="*/ 76009 w 182880"/>
                <a:gd name="connsiteY8" fmla="*/ 181451 h 710088"/>
                <a:gd name="connsiteX9" fmla="*/ 91440 w 182880"/>
                <a:gd name="connsiteY9" fmla="*/ 30861 h 710088"/>
                <a:gd name="connsiteX10" fmla="*/ 151924 w 182880"/>
                <a:gd name="connsiteY10" fmla="*/ 91345 h 710088"/>
                <a:gd name="connsiteX11" fmla="*/ 91440 w 182880"/>
                <a:gd name="connsiteY11" fmla="*/ 151829 h 710088"/>
                <a:gd name="connsiteX12" fmla="*/ 30956 w 182880"/>
                <a:gd name="connsiteY12" fmla="*/ 91345 h 710088"/>
                <a:gd name="connsiteX13" fmla="*/ 91440 w 182880"/>
                <a:gd name="connsiteY13" fmla="*/ 30861 h 710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2880" h="710088">
                  <a:moveTo>
                    <a:pt x="76009" y="181451"/>
                  </a:moveTo>
                  <a:lnTo>
                    <a:pt x="76009" y="694658"/>
                  </a:lnTo>
                  <a:cubicBezTo>
                    <a:pt x="76009" y="703231"/>
                    <a:pt x="82963" y="710089"/>
                    <a:pt x="91440" y="710089"/>
                  </a:cubicBezTo>
                  <a:cubicBezTo>
                    <a:pt x="99917" y="710089"/>
                    <a:pt x="106871" y="703136"/>
                    <a:pt x="106871" y="694658"/>
                  </a:cubicBezTo>
                  <a:lnTo>
                    <a:pt x="106871" y="181451"/>
                  </a:lnTo>
                  <a:cubicBezTo>
                    <a:pt x="149924" y="174022"/>
                    <a:pt x="182880" y="136589"/>
                    <a:pt x="182880" y="91440"/>
                  </a:cubicBezTo>
                  <a:cubicBezTo>
                    <a:pt x="182880" y="41053"/>
                    <a:pt x="141827" y="0"/>
                    <a:pt x="91440" y="0"/>
                  </a:cubicBezTo>
                  <a:cubicBezTo>
                    <a:pt x="41053" y="0"/>
                    <a:pt x="0" y="41053"/>
                    <a:pt x="0" y="91440"/>
                  </a:cubicBezTo>
                  <a:cubicBezTo>
                    <a:pt x="0" y="136589"/>
                    <a:pt x="32957" y="174117"/>
                    <a:pt x="76009" y="181451"/>
                  </a:cubicBezTo>
                  <a:close/>
                  <a:moveTo>
                    <a:pt x="91440" y="30861"/>
                  </a:moveTo>
                  <a:cubicBezTo>
                    <a:pt x="124778" y="30861"/>
                    <a:pt x="151924" y="58007"/>
                    <a:pt x="151924" y="91345"/>
                  </a:cubicBezTo>
                  <a:cubicBezTo>
                    <a:pt x="151924" y="124682"/>
                    <a:pt x="124778" y="151829"/>
                    <a:pt x="91440" y="151829"/>
                  </a:cubicBezTo>
                  <a:cubicBezTo>
                    <a:pt x="58103" y="151829"/>
                    <a:pt x="30956" y="124682"/>
                    <a:pt x="30956" y="91345"/>
                  </a:cubicBezTo>
                  <a:cubicBezTo>
                    <a:pt x="30956" y="58007"/>
                    <a:pt x="58103" y="30861"/>
                    <a:pt x="91440" y="30861"/>
                  </a:cubicBezTo>
                  <a:close/>
                </a:path>
              </a:pathLst>
            </a:custGeom>
            <a:solidFill>
              <a:schemeClr val="tx1"/>
            </a:solidFill>
            <a:ln w="952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p:txBody>
        </p:sp>
        <p:sp>
          <p:nvSpPr>
            <p:cNvPr id="9" name="Forme libre : forme 25">
              <a:extLst>
                <a:ext uri="{FF2B5EF4-FFF2-40B4-BE49-F238E27FC236}">
                  <a16:creationId xmlns:a16="http://schemas.microsoft.com/office/drawing/2014/main" id="{F87C55C5-7485-179C-4778-83B6BCCC9EA9}"/>
                </a:ext>
              </a:extLst>
            </p:cNvPr>
            <p:cNvSpPr/>
            <p:nvPr/>
          </p:nvSpPr>
          <p:spPr>
            <a:xfrm>
              <a:off x="5798453" y="802172"/>
              <a:ext cx="120851" cy="295073"/>
            </a:xfrm>
            <a:custGeom>
              <a:avLst/>
              <a:gdLst>
                <a:gd name="connsiteX0" fmla="*/ 76010 w 236601"/>
                <a:gd name="connsiteY0" fmla="*/ 181451 h 577691"/>
                <a:gd name="connsiteX1" fmla="*/ 76010 w 236601"/>
                <a:gd name="connsiteY1" fmla="*/ 319850 h 577691"/>
                <a:gd name="connsiteX2" fmla="*/ 83058 w 236601"/>
                <a:gd name="connsiteY2" fmla="*/ 332804 h 577691"/>
                <a:gd name="connsiteX3" fmla="*/ 205740 w 236601"/>
                <a:gd name="connsiteY3" fmla="*/ 413099 h 577691"/>
                <a:gd name="connsiteX4" fmla="*/ 205740 w 236601"/>
                <a:gd name="connsiteY4" fmla="*/ 562261 h 577691"/>
                <a:gd name="connsiteX5" fmla="*/ 221171 w 236601"/>
                <a:gd name="connsiteY5" fmla="*/ 577691 h 577691"/>
                <a:gd name="connsiteX6" fmla="*/ 236601 w 236601"/>
                <a:gd name="connsiteY6" fmla="*/ 562261 h 577691"/>
                <a:gd name="connsiteX7" fmla="*/ 236601 w 236601"/>
                <a:gd name="connsiteY7" fmla="*/ 404717 h 577691"/>
                <a:gd name="connsiteX8" fmla="*/ 229553 w 236601"/>
                <a:gd name="connsiteY8" fmla="*/ 391763 h 577691"/>
                <a:gd name="connsiteX9" fmla="*/ 106871 w 236601"/>
                <a:gd name="connsiteY9" fmla="*/ 311468 h 577691"/>
                <a:gd name="connsiteX10" fmla="*/ 106871 w 236601"/>
                <a:gd name="connsiteY10" fmla="*/ 181451 h 577691"/>
                <a:gd name="connsiteX11" fmla="*/ 182880 w 236601"/>
                <a:gd name="connsiteY11" fmla="*/ 91440 h 577691"/>
                <a:gd name="connsiteX12" fmla="*/ 91440 w 236601"/>
                <a:gd name="connsiteY12" fmla="*/ 0 h 577691"/>
                <a:gd name="connsiteX13" fmla="*/ 0 w 236601"/>
                <a:gd name="connsiteY13" fmla="*/ 91440 h 577691"/>
                <a:gd name="connsiteX14" fmla="*/ 76010 w 236601"/>
                <a:gd name="connsiteY14" fmla="*/ 181451 h 577691"/>
                <a:gd name="connsiteX15" fmla="*/ 91440 w 236601"/>
                <a:gd name="connsiteY15" fmla="*/ 30861 h 577691"/>
                <a:gd name="connsiteX16" fmla="*/ 151924 w 236601"/>
                <a:gd name="connsiteY16" fmla="*/ 91345 h 577691"/>
                <a:gd name="connsiteX17" fmla="*/ 91440 w 236601"/>
                <a:gd name="connsiteY17" fmla="*/ 151829 h 577691"/>
                <a:gd name="connsiteX18" fmla="*/ 30956 w 236601"/>
                <a:gd name="connsiteY18" fmla="*/ 91345 h 577691"/>
                <a:gd name="connsiteX19" fmla="*/ 91440 w 236601"/>
                <a:gd name="connsiteY19" fmla="*/ 30861 h 57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6601" h="577691">
                  <a:moveTo>
                    <a:pt x="76010" y="181451"/>
                  </a:moveTo>
                  <a:lnTo>
                    <a:pt x="76010" y="319850"/>
                  </a:lnTo>
                  <a:cubicBezTo>
                    <a:pt x="76010" y="325088"/>
                    <a:pt x="78677" y="329946"/>
                    <a:pt x="83058" y="332804"/>
                  </a:cubicBezTo>
                  <a:lnTo>
                    <a:pt x="205740" y="413099"/>
                  </a:lnTo>
                  <a:lnTo>
                    <a:pt x="205740" y="562261"/>
                  </a:lnTo>
                  <a:cubicBezTo>
                    <a:pt x="205740" y="570833"/>
                    <a:pt x="212693" y="577691"/>
                    <a:pt x="221171" y="577691"/>
                  </a:cubicBezTo>
                  <a:cubicBezTo>
                    <a:pt x="229648" y="577691"/>
                    <a:pt x="236601" y="570738"/>
                    <a:pt x="236601" y="562261"/>
                  </a:cubicBezTo>
                  <a:lnTo>
                    <a:pt x="236601" y="404717"/>
                  </a:lnTo>
                  <a:cubicBezTo>
                    <a:pt x="236601" y="399479"/>
                    <a:pt x="233934" y="394621"/>
                    <a:pt x="229553" y="391763"/>
                  </a:cubicBezTo>
                  <a:lnTo>
                    <a:pt x="106871" y="311468"/>
                  </a:lnTo>
                  <a:lnTo>
                    <a:pt x="106871" y="181451"/>
                  </a:lnTo>
                  <a:cubicBezTo>
                    <a:pt x="149924" y="174022"/>
                    <a:pt x="182880" y="136589"/>
                    <a:pt x="182880" y="91440"/>
                  </a:cubicBezTo>
                  <a:cubicBezTo>
                    <a:pt x="182880" y="41053"/>
                    <a:pt x="141827" y="0"/>
                    <a:pt x="91440" y="0"/>
                  </a:cubicBezTo>
                  <a:cubicBezTo>
                    <a:pt x="41053" y="0"/>
                    <a:pt x="0" y="41053"/>
                    <a:pt x="0" y="91440"/>
                  </a:cubicBezTo>
                  <a:cubicBezTo>
                    <a:pt x="0" y="136589"/>
                    <a:pt x="32957" y="174117"/>
                    <a:pt x="76010" y="181451"/>
                  </a:cubicBezTo>
                  <a:close/>
                  <a:moveTo>
                    <a:pt x="91440" y="30861"/>
                  </a:moveTo>
                  <a:cubicBezTo>
                    <a:pt x="124777" y="30861"/>
                    <a:pt x="151924" y="58007"/>
                    <a:pt x="151924" y="91345"/>
                  </a:cubicBezTo>
                  <a:cubicBezTo>
                    <a:pt x="151924" y="124682"/>
                    <a:pt x="124777" y="151829"/>
                    <a:pt x="91440" y="151829"/>
                  </a:cubicBezTo>
                  <a:cubicBezTo>
                    <a:pt x="58102" y="151829"/>
                    <a:pt x="30956" y="124682"/>
                    <a:pt x="30956" y="91345"/>
                  </a:cubicBezTo>
                  <a:cubicBezTo>
                    <a:pt x="30956" y="58007"/>
                    <a:pt x="58102" y="30861"/>
                    <a:pt x="91440" y="30861"/>
                  </a:cubicBezTo>
                  <a:close/>
                </a:path>
              </a:pathLst>
            </a:custGeom>
            <a:solidFill>
              <a:schemeClr val="tx1"/>
            </a:solidFill>
            <a:ln w="952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p:txBody>
        </p:sp>
        <p:sp>
          <p:nvSpPr>
            <p:cNvPr id="10" name="Forme libre : forme 26">
              <a:extLst>
                <a:ext uri="{FF2B5EF4-FFF2-40B4-BE49-F238E27FC236}">
                  <a16:creationId xmlns:a16="http://schemas.microsoft.com/office/drawing/2014/main" id="{80B0262E-52D9-FFA2-4E85-63A0F7F2A272}"/>
                </a:ext>
              </a:extLst>
            </p:cNvPr>
            <p:cNvSpPr/>
            <p:nvPr/>
          </p:nvSpPr>
          <p:spPr>
            <a:xfrm>
              <a:off x="6089830" y="802221"/>
              <a:ext cx="120851" cy="295073"/>
            </a:xfrm>
            <a:custGeom>
              <a:avLst/>
              <a:gdLst>
                <a:gd name="connsiteX0" fmla="*/ 15431 w 236600"/>
                <a:gd name="connsiteY0" fmla="*/ 577691 h 577691"/>
                <a:gd name="connsiteX1" fmla="*/ 30861 w 236600"/>
                <a:gd name="connsiteY1" fmla="*/ 562261 h 577691"/>
                <a:gd name="connsiteX2" fmla="*/ 30861 w 236600"/>
                <a:gd name="connsiteY2" fmla="*/ 413099 h 577691"/>
                <a:gd name="connsiteX3" fmla="*/ 153543 w 236600"/>
                <a:gd name="connsiteY3" fmla="*/ 332804 h 577691"/>
                <a:gd name="connsiteX4" fmla="*/ 160592 w 236600"/>
                <a:gd name="connsiteY4" fmla="*/ 319850 h 577691"/>
                <a:gd name="connsiteX5" fmla="*/ 160592 w 236600"/>
                <a:gd name="connsiteY5" fmla="*/ 181451 h 577691"/>
                <a:gd name="connsiteX6" fmla="*/ 236601 w 236600"/>
                <a:gd name="connsiteY6" fmla="*/ 91440 h 577691"/>
                <a:gd name="connsiteX7" fmla="*/ 145161 w 236600"/>
                <a:gd name="connsiteY7" fmla="*/ 0 h 577691"/>
                <a:gd name="connsiteX8" fmla="*/ 53721 w 236600"/>
                <a:gd name="connsiteY8" fmla="*/ 91440 h 577691"/>
                <a:gd name="connsiteX9" fmla="*/ 129731 w 236600"/>
                <a:gd name="connsiteY9" fmla="*/ 181451 h 577691"/>
                <a:gd name="connsiteX10" fmla="*/ 129731 w 236600"/>
                <a:gd name="connsiteY10" fmla="*/ 311468 h 577691"/>
                <a:gd name="connsiteX11" fmla="*/ 7048 w 236600"/>
                <a:gd name="connsiteY11" fmla="*/ 391763 h 577691"/>
                <a:gd name="connsiteX12" fmla="*/ 0 w 236600"/>
                <a:gd name="connsiteY12" fmla="*/ 404717 h 577691"/>
                <a:gd name="connsiteX13" fmla="*/ 0 w 236600"/>
                <a:gd name="connsiteY13" fmla="*/ 562261 h 577691"/>
                <a:gd name="connsiteX14" fmla="*/ 15431 w 236600"/>
                <a:gd name="connsiteY14" fmla="*/ 577691 h 577691"/>
                <a:gd name="connsiteX15" fmla="*/ 84582 w 236600"/>
                <a:gd name="connsiteY15" fmla="*/ 91345 h 577691"/>
                <a:gd name="connsiteX16" fmla="*/ 145066 w 236600"/>
                <a:gd name="connsiteY16" fmla="*/ 30861 h 577691"/>
                <a:gd name="connsiteX17" fmla="*/ 205550 w 236600"/>
                <a:gd name="connsiteY17" fmla="*/ 91345 h 577691"/>
                <a:gd name="connsiteX18" fmla="*/ 145066 w 236600"/>
                <a:gd name="connsiteY18" fmla="*/ 151829 h 577691"/>
                <a:gd name="connsiteX19" fmla="*/ 84582 w 236600"/>
                <a:gd name="connsiteY19" fmla="*/ 91345 h 577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6600" h="577691">
                  <a:moveTo>
                    <a:pt x="15431" y="577691"/>
                  </a:moveTo>
                  <a:cubicBezTo>
                    <a:pt x="24003" y="577691"/>
                    <a:pt x="30861" y="570738"/>
                    <a:pt x="30861" y="562261"/>
                  </a:cubicBezTo>
                  <a:lnTo>
                    <a:pt x="30861" y="413099"/>
                  </a:lnTo>
                  <a:lnTo>
                    <a:pt x="153543" y="332804"/>
                  </a:lnTo>
                  <a:cubicBezTo>
                    <a:pt x="157925" y="329946"/>
                    <a:pt x="160592" y="325088"/>
                    <a:pt x="160592" y="319850"/>
                  </a:cubicBezTo>
                  <a:lnTo>
                    <a:pt x="160592" y="181451"/>
                  </a:lnTo>
                  <a:cubicBezTo>
                    <a:pt x="203644" y="174022"/>
                    <a:pt x="236601" y="136589"/>
                    <a:pt x="236601" y="91440"/>
                  </a:cubicBezTo>
                  <a:cubicBezTo>
                    <a:pt x="236601" y="41053"/>
                    <a:pt x="195548" y="0"/>
                    <a:pt x="145161" y="0"/>
                  </a:cubicBezTo>
                  <a:cubicBezTo>
                    <a:pt x="94774" y="0"/>
                    <a:pt x="53721" y="41053"/>
                    <a:pt x="53721" y="91440"/>
                  </a:cubicBezTo>
                  <a:cubicBezTo>
                    <a:pt x="53721" y="136589"/>
                    <a:pt x="86677" y="174117"/>
                    <a:pt x="129731" y="181451"/>
                  </a:cubicBezTo>
                  <a:lnTo>
                    <a:pt x="129731" y="311468"/>
                  </a:lnTo>
                  <a:lnTo>
                    <a:pt x="7048" y="391763"/>
                  </a:lnTo>
                  <a:cubicBezTo>
                    <a:pt x="2667" y="394621"/>
                    <a:pt x="0" y="399479"/>
                    <a:pt x="0" y="404717"/>
                  </a:cubicBezTo>
                  <a:lnTo>
                    <a:pt x="0" y="562261"/>
                  </a:lnTo>
                  <a:cubicBezTo>
                    <a:pt x="0" y="570833"/>
                    <a:pt x="6953" y="577691"/>
                    <a:pt x="15431" y="577691"/>
                  </a:cubicBezTo>
                  <a:close/>
                  <a:moveTo>
                    <a:pt x="84582" y="91345"/>
                  </a:moveTo>
                  <a:cubicBezTo>
                    <a:pt x="84582" y="58007"/>
                    <a:pt x="111728" y="30861"/>
                    <a:pt x="145066" y="30861"/>
                  </a:cubicBezTo>
                  <a:cubicBezTo>
                    <a:pt x="178403" y="30861"/>
                    <a:pt x="205550" y="58007"/>
                    <a:pt x="205550" y="91345"/>
                  </a:cubicBezTo>
                  <a:cubicBezTo>
                    <a:pt x="205550" y="124682"/>
                    <a:pt x="178403" y="151829"/>
                    <a:pt x="145066" y="151829"/>
                  </a:cubicBezTo>
                  <a:cubicBezTo>
                    <a:pt x="111728" y="151829"/>
                    <a:pt x="84582" y="124682"/>
                    <a:pt x="84582" y="91345"/>
                  </a:cubicBezTo>
                  <a:close/>
                </a:path>
              </a:pathLst>
            </a:custGeom>
            <a:solidFill>
              <a:schemeClr val="tx1"/>
            </a:solidFill>
            <a:ln w="952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p:txBody>
        </p:sp>
      </p:grpSp>
      <p:pic>
        <p:nvPicPr>
          <p:cNvPr id="11" name="Graphic 10">
            <a:extLst>
              <a:ext uri="{FF2B5EF4-FFF2-40B4-BE49-F238E27FC236}">
                <a16:creationId xmlns:a16="http://schemas.microsoft.com/office/drawing/2014/main" id="{E8F8FC9E-0D79-C57E-4264-B49C7DEB80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6886" y="2952328"/>
            <a:ext cx="483518" cy="483518"/>
          </a:xfrm>
          <a:prstGeom prst="rect">
            <a:avLst/>
          </a:prstGeom>
        </p:spPr>
      </p:pic>
      <p:pic>
        <p:nvPicPr>
          <p:cNvPr id="12" name="Graphic 11">
            <a:extLst>
              <a:ext uri="{FF2B5EF4-FFF2-40B4-BE49-F238E27FC236}">
                <a16:creationId xmlns:a16="http://schemas.microsoft.com/office/drawing/2014/main" id="{CF1D7891-493D-2AFD-A45B-DBF2679114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7286" y="2936354"/>
            <a:ext cx="571500" cy="571500"/>
          </a:xfrm>
          <a:prstGeom prst="rect">
            <a:avLst/>
          </a:prstGeom>
        </p:spPr>
      </p:pic>
      <p:pic>
        <p:nvPicPr>
          <p:cNvPr id="13" name="Graphic 12">
            <a:extLst>
              <a:ext uri="{FF2B5EF4-FFF2-40B4-BE49-F238E27FC236}">
                <a16:creationId xmlns:a16="http://schemas.microsoft.com/office/drawing/2014/main" id="{1973E6F9-6BA9-B435-E216-C9C1ED1CAB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38975" y="987574"/>
            <a:ext cx="512368" cy="512368"/>
          </a:xfrm>
          <a:prstGeom prst="rect">
            <a:avLst/>
          </a:prstGeom>
        </p:spPr>
      </p:pic>
      <p:sp>
        <p:nvSpPr>
          <p:cNvPr id="14" name="ZoneTexte 14">
            <a:extLst>
              <a:ext uri="{FF2B5EF4-FFF2-40B4-BE49-F238E27FC236}">
                <a16:creationId xmlns:a16="http://schemas.microsoft.com/office/drawing/2014/main" id="{48956F48-2321-459D-ED2A-187927A0C519}"/>
              </a:ext>
            </a:extLst>
          </p:cNvPr>
          <p:cNvSpPr txBox="1"/>
          <p:nvPr/>
        </p:nvSpPr>
        <p:spPr>
          <a:xfrm>
            <a:off x="618894" y="1973279"/>
            <a:ext cx="2960637" cy="507831"/>
          </a:xfrm>
          <a:prstGeom prst="rect">
            <a:avLst/>
          </a:prstGeom>
          <a:noFill/>
        </p:spPr>
        <p:txBody>
          <a:bodyPr wrap="square" lIns="0" tIns="0" rIns="0" bIns="0">
            <a:spAutoFit/>
          </a:bodyPr>
          <a:lstStyle/>
          <a:p>
            <a:r>
              <a:rPr lang="en-US" sz="1100" noProof="0" dirty="0"/>
              <a:t>Our customers and employees expect smooth, instantaneous, and hyper‑connected experiences.</a:t>
            </a:r>
          </a:p>
        </p:txBody>
      </p:sp>
      <p:sp>
        <p:nvSpPr>
          <p:cNvPr id="15" name="Rectangle 14">
            <a:extLst>
              <a:ext uri="{FF2B5EF4-FFF2-40B4-BE49-F238E27FC236}">
                <a16:creationId xmlns:a16="http://schemas.microsoft.com/office/drawing/2014/main" id="{011022E7-DF4A-137E-0B8B-9853C966B659}"/>
              </a:ext>
            </a:extLst>
          </p:cNvPr>
          <p:cNvSpPr/>
          <p:nvPr/>
        </p:nvSpPr>
        <p:spPr>
          <a:xfrm>
            <a:off x="4164895" y="1590065"/>
            <a:ext cx="3228603" cy="432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121917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ea typeface="+mn-ea"/>
                <a:cs typeface="+mn-cs"/>
              </a:rPr>
              <a:t>Mastering the </a:t>
            </a:r>
            <a:r>
              <a:rPr lang="en-US" sz="1400" noProof="0" dirty="0">
                <a:solidFill>
                  <a:schemeClr val="bg2"/>
                </a:solidFill>
              </a:rPr>
              <a:t>cloud</a:t>
            </a:r>
            <a:endParaRPr kumimoji="0" lang="en-US" sz="1400" b="0" i="0" u="none" strike="noStrike" kern="1200" cap="none" spc="0" normalizeH="0" baseline="0" noProof="0" dirty="0">
              <a:ln>
                <a:noFill/>
              </a:ln>
              <a:solidFill>
                <a:schemeClr val="bg2"/>
              </a:solidFill>
              <a:effectLst/>
              <a:uLnTx/>
              <a:uFillTx/>
              <a:ea typeface="+mn-ea"/>
              <a:cs typeface="+mn-cs"/>
            </a:endParaRPr>
          </a:p>
        </p:txBody>
      </p:sp>
      <p:sp>
        <p:nvSpPr>
          <p:cNvPr id="16" name="ZoneTexte 17">
            <a:extLst>
              <a:ext uri="{FF2B5EF4-FFF2-40B4-BE49-F238E27FC236}">
                <a16:creationId xmlns:a16="http://schemas.microsoft.com/office/drawing/2014/main" id="{A009962C-7987-B65A-84EC-2E667B1FA87A}"/>
              </a:ext>
            </a:extLst>
          </p:cNvPr>
          <p:cNvSpPr txBox="1"/>
          <p:nvPr/>
        </p:nvSpPr>
        <p:spPr>
          <a:xfrm>
            <a:off x="4164895" y="1973279"/>
            <a:ext cx="3317679" cy="507831"/>
          </a:xfrm>
          <a:prstGeom prst="rect">
            <a:avLst/>
          </a:prstGeom>
          <a:noFill/>
        </p:spPr>
        <p:txBody>
          <a:bodyPr wrap="square" lIns="0" tIns="0" rIns="0" bIns="0">
            <a:spAutoFit/>
          </a:bodyPr>
          <a:lstStyle/>
          <a:p>
            <a:r>
              <a:rPr lang="en-US" sz="1100" noProof="0" dirty="0"/>
              <a:t>Migrating, managing, and securing a multi‑cloud environment has become a major challenge, balancing performance, costs, and sovereignty.</a:t>
            </a:r>
          </a:p>
        </p:txBody>
      </p:sp>
      <p:sp>
        <p:nvSpPr>
          <p:cNvPr id="17" name="ZoneTexte 21">
            <a:extLst>
              <a:ext uri="{FF2B5EF4-FFF2-40B4-BE49-F238E27FC236}">
                <a16:creationId xmlns:a16="http://schemas.microsoft.com/office/drawing/2014/main" id="{6721E99C-70BE-0E26-8C16-B744E8130382}"/>
              </a:ext>
            </a:extLst>
          </p:cNvPr>
          <p:cNvSpPr txBox="1"/>
          <p:nvPr/>
        </p:nvSpPr>
        <p:spPr>
          <a:xfrm>
            <a:off x="618894" y="3936127"/>
            <a:ext cx="3076386" cy="507831"/>
          </a:xfrm>
          <a:prstGeom prst="rect">
            <a:avLst/>
          </a:prstGeom>
          <a:noFill/>
        </p:spPr>
        <p:txBody>
          <a:bodyPr wrap="square" lIns="0" tIns="0" rIns="0" bIns="0">
            <a:spAutoFit/>
          </a:bodyPr>
          <a:lstStyle/>
          <a:p>
            <a:r>
              <a:rPr lang="en-US" sz="1100" noProof="0" dirty="0"/>
              <a:t>In an uncertain world, cybersecurity, data protection, and ethics are at the heart of the trust our stakeholders place in us.</a:t>
            </a:r>
          </a:p>
        </p:txBody>
      </p:sp>
      <p:sp>
        <p:nvSpPr>
          <p:cNvPr id="18" name="ZoneTexte 23">
            <a:extLst>
              <a:ext uri="{FF2B5EF4-FFF2-40B4-BE49-F238E27FC236}">
                <a16:creationId xmlns:a16="http://schemas.microsoft.com/office/drawing/2014/main" id="{0DBF22FC-58C6-A45E-3955-6D60600F8D5A}"/>
              </a:ext>
            </a:extLst>
          </p:cNvPr>
          <p:cNvSpPr txBox="1"/>
          <p:nvPr/>
        </p:nvSpPr>
        <p:spPr>
          <a:xfrm>
            <a:off x="4164895" y="3936127"/>
            <a:ext cx="3228603" cy="507831"/>
          </a:xfrm>
          <a:prstGeom prst="rect">
            <a:avLst/>
          </a:prstGeom>
          <a:noFill/>
        </p:spPr>
        <p:txBody>
          <a:bodyPr wrap="square" lIns="0" tIns="0" rIns="0" bIns="0">
            <a:spAutoFit/>
          </a:bodyPr>
          <a:lstStyle/>
          <a:p>
            <a:r>
              <a:rPr lang="en-US" sz="1100" noProof="0" dirty="0"/>
              <a:t>Our customers, partners, and society expect concrete and measurable environmental commitments from us.</a:t>
            </a:r>
          </a:p>
        </p:txBody>
      </p:sp>
      <p:cxnSp>
        <p:nvCxnSpPr>
          <p:cNvPr id="24" name="Straight Connector 23">
            <a:extLst>
              <a:ext uri="{FF2B5EF4-FFF2-40B4-BE49-F238E27FC236}">
                <a16:creationId xmlns:a16="http://schemas.microsoft.com/office/drawing/2014/main" id="{5BABA64A-E7D6-FFCD-C037-0F197214C411}"/>
              </a:ext>
            </a:extLst>
          </p:cNvPr>
          <p:cNvCxnSpPr>
            <a:cxnSpLocks/>
          </p:cNvCxnSpPr>
          <p:nvPr/>
        </p:nvCxnSpPr>
        <p:spPr>
          <a:xfrm>
            <a:off x="3859254" y="1086432"/>
            <a:ext cx="0" cy="1557326"/>
          </a:xfrm>
          <a:prstGeom prst="line">
            <a:avLst/>
          </a:prstGeom>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1723FA7-629F-B78A-3BE9-3684C5AF6FF6}"/>
              </a:ext>
            </a:extLst>
          </p:cNvPr>
          <p:cNvCxnSpPr>
            <a:cxnSpLocks/>
          </p:cNvCxnSpPr>
          <p:nvPr/>
        </p:nvCxnSpPr>
        <p:spPr>
          <a:xfrm>
            <a:off x="618894" y="2787774"/>
            <a:ext cx="3076386" cy="0"/>
          </a:xfrm>
          <a:prstGeom prst="line">
            <a:avLst/>
          </a:prstGeom>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F7DBD342-EC42-C220-AC83-8541710C814C}"/>
              </a:ext>
            </a:extLst>
          </p:cNvPr>
          <p:cNvCxnSpPr>
            <a:cxnSpLocks/>
          </p:cNvCxnSpPr>
          <p:nvPr/>
        </p:nvCxnSpPr>
        <p:spPr>
          <a:xfrm>
            <a:off x="3859254" y="2946601"/>
            <a:ext cx="0" cy="1641373"/>
          </a:xfrm>
          <a:prstGeom prst="line">
            <a:avLst/>
          </a:prstGeom>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DEB15C7F-7E71-C7AE-53DE-D8E371EB3A75}"/>
              </a:ext>
            </a:extLst>
          </p:cNvPr>
          <p:cNvCxnSpPr>
            <a:cxnSpLocks/>
          </p:cNvCxnSpPr>
          <p:nvPr/>
        </p:nvCxnSpPr>
        <p:spPr>
          <a:xfrm>
            <a:off x="4002174" y="2787774"/>
            <a:ext cx="3391324"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122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C27D62-9B61-1EFE-BC14-670D709FE7B5}"/>
              </a:ext>
            </a:extLst>
          </p:cNvPr>
          <p:cNvSpPr>
            <a:spLocks noGrp="1"/>
          </p:cNvSpPr>
          <p:nvPr>
            <p:ph idx="1"/>
          </p:nvPr>
        </p:nvSpPr>
        <p:spPr>
          <a:xfrm>
            <a:off x="569913" y="1430338"/>
            <a:ext cx="4506143" cy="3138485"/>
          </a:xfrm>
        </p:spPr>
        <p:txBody>
          <a:bodyPr/>
          <a:lstStyle/>
          <a:p>
            <a:pPr>
              <a:lnSpc>
                <a:spcPct val="100000"/>
              </a:lnSpc>
            </a:pPr>
            <a:r>
              <a:rPr lang="en-US" sz="1100" noProof="0" dirty="0">
                <a:solidFill>
                  <a:schemeClr val="tx1"/>
                </a:solidFill>
              </a:rPr>
              <a:t>The possibilities for innovation and growth are limitless, but so are the challenges. Great ideas can reshape industries, solve urgent problems, and make lasting impact. Yet navigating complex networks, regulatory hurdles, and security risks can feel overwhelming. </a:t>
            </a:r>
            <a:r>
              <a:rPr lang="en-US" sz="1100" noProof="0" dirty="0"/>
              <a:t>Without the right foundations, even the most ambitious visions risk remaining just ideas.</a:t>
            </a:r>
            <a:r>
              <a:rPr lang="en-US" sz="1100" noProof="0" dirty="0">
                <a:solidFill>
                  <a:schemeClr val="tx1"/>
                </a:solidFill>
              </a:rPr>
              <a:t>​</a:t>
            </a:r>
          </a:p>
          <a:p>
            <a:pPr>
              <a:lnSpc>
                <a:spcPct val="100000"/>
              </a:lnSpc>
            </a:pPr>
            <a:r>
              <a:rPr lang="en-US" sz="1100" noProof="0" dirty="0">
                <a:solidFill>
                  <a:schemeClr val="tx1"/>
                </a:solidFill>
              </a:rPr>
              <a:t>That’s why Orange Business exists: to turn “what if” into “what is.”</a:t>
            </a:r>
          </a:p>
          <a:p>
            <a:pPr>
              <a:lnSpc>
                <a:spcPct val="100000"/>
              </a:lnSpc>
            </a:pPr>
            <a:r>
              <a:rPr lang="en-US" sz="1100" noProof="0" dirty="0"/>
              <a:t>Possibility starts with tech you trust </a:t>
            </a:r>
          </a:p>
          <a:p>
            <a:pPr>
              <a:lnSpc>
                <a:spcPct val="100000"/>
              </a:lnSpc>
            </a:pPr>
            <a:r>
              <a:rPr lang="en-US" sz="1100" noProof="0" dirty="0">
                <a:solidFill>
                  <a:schemeClr val="tx1"/>
                </a:solidFill>
              </a:rPr>
              <a:t>From our beginnings as a French public service company, Orange Business is now a global operator, integrator, and platform player.</a:t>
            </a:r>
          </a:p>
          <a:p>
            <a:pPr>
              <a:lnSpc>
                <a:spcPct val="100000"/>
              </a:lnSpc>
            </a:pPr>
            <a:r>
              <a:rPr lang="en-US" sz="1100" noProof="0" dirty="0">
                <a:solidFill>
                  <a:schemeClr val="tx1"/>
                </a:solidFill>
              </a:rPr>
              <a:t>Through strategic acquisitions along the way, Orange Business has diversified into delivering dependable, end-to-end services, from networks to digital solutions, that ensure our customers and partners can move forward with confidence. And in this highly competitive and dynamic industry, </a:t>
            </a:r>
            <a:r>
              <a:rPr lang="en-US" sz="1100" noProof="0" dirty="0"/>
              <a:t>we empower our employees with the tools, resources and opportunities needed to continue to excel. </a:t>
            </a:r>
          </a:p>
          <a:p>
            <a:pPr>
              <a:lnSpc>
                <a:spcPct val="100000"/>
              </a:lnSpc>
            </a:pPr>
            <a:endParaRPr lang="en-US" sz="1100" noProof="0" dirty="0">
              <a:solidFill>
                <a:schemeClr val="tx1"/>
              </a:solidFill>
            </a:endParaRPr>
          </a:p>
        </p:txBody>
      </p:sp>
      <p:sp>
        <p:nvSpPr>
          <p:cNvPr id="3" name="Title 2">
            <a:extLst>
              <a:ext uri="{FF2B5EF4-FFF2-40B4-BE49-F238E27FC236}">
                <a16:creationId xmlns:a16="http://schemas.microsoft.com/office/drawing/2014/main" id="{21D29D02-400A-5609-90E5-B0AC1DD7B97B}"/>
              </a:ext>
            </a:extLst>
          </p:cNvPr>
          <p:cNvSpPr>
            <a:spLocks noGrp="1"/>
          </p:cNvSpPr>
          <p:nvPr>
            <p:ph type="title"/>
          </p:nvPr>
        </p:nvSpPr>
        <p:spPr/>
        <p:txBody>
          <a:bodyPr/>
          <a:lstStyle/>
          <a:p>
            <a:r>
              <a:rPr lang="en-US" noProof="0" dirty="0"/>
              <a:t>Our vision</a:t>
            </a:r>
            <a:br>
              <a:rPr lang="en-US" noProof="0" dirty="0"/>
            </a:br>
            <a:r>
              <a:rPr lang="en-US" noProof="0" dirty="0"/>
              <a:t>Possibility</a:t>
            </a:r>
            <a:r>
              <a:rPr lang="en-US" noProof="0" dirty="0">
                <a:solidFill>
                  <a:schemeClr val="tx1"/>
                </a:solidFill>
              </a:rPr>
              <a:t> starts with tech you trust</a:t>
            </a:r>
            <a:br>
              <a:rPr lang="en-US" noProof="0" dirty="0"/>
            </a:br>
            <a:endParaRPr lang="en-US" noProof="0" dirty="0"/>
          </a:p>
        </p:txBody>
      </p:sp>
      <p:pic>
        <p:nvPicPr>
          <p:cNvPr id="4" name="Image 5">
            <a:extLst>
              <a:ext uri="{FF2B5EF4-FFF2-40B4-BE49-F238E27FC236}">
                <a16:creationId xmlns:a16="http://schemas.microsoft.com/office/drawing/2014/main" id="{6E9E95E8-EB60-76D9-24EF-72F02B5FE73E}"/>
              </a:ext>
            </a:extLst>
          </p:cNvPr>
          <p:cNvPicPr>
            <a:picLocks noChangeAspect="1"/>
          </p:cNvPicPr>
          <p:nvPr/>
        </p:nvPicPr>
        <p:blipFill rotWithShape="1">
          <a:blip r:embed="rId2"/>
          <a:srcRect/>
          <a:stretch>
            <a:fillRect/>
          </a:stretch>
        </p:blipFill>
        <p:spPr>
          <a:xfrm>
            <a:off x="5406179" y="1874553"/>
            <a:ext cx="3164735" cy="1366942"/>
          </a:xfrm>
          <a:prstGeom prst="rect">
            <a:avLst/>
          </a:prstGeom>
        </p:spPr>
      </p:pic>
      <p:sp>
        <p:nvSpPr>
          <p:cNvPr id="5" name="ZoneTexte 6">
            <a:extLst>
              <a:ext uri="{FF2B5EF4-FFF2-40B4-BE49-F238E27FC236}">
                <a16:creationId xmlns:a16="http://schemas.microsoft.com/office/drawing/2014/main" id="{AFFCFA39-45D7-A455-CEB9-65EF4D85BA55}"/>
              </a:ext>
            </a:extLst>
          </p:cNvPr>
          <p:cNvSpPr txBox="1"/>
          <p:nvPr/>
        </p:nvSpPr>
        <p:spPr>
          <a:xfrm>
            <a:off x="5724128" y="3440930"/>
            <a:ext cx="2305594" cy="184666"/>
          </a:xfrm>
          <a:prstGeom prst="rect">
            <a:avLst/>
          </a:prstGeom>
        </p:spPr>
        <p:txBody>
          <a:bodyPr wrap="square" lIns="0" tIns="0" rIns="0" bIns="0" rtlCol="0">
            <a:spAutoFit/>
          </a:bodyPr>
          <a:lstStyle/>
          <a:p>
            <a:r>
              <a:rPr lang="en-US" sz="1200" noProof="0" dirty="0">
                <a:solidFill>
                  <a:schemeClr val="bg1"/>
                </a:solidFill>
                <a:hlinkClick r:id="rId3"/>
              </a:rPr>
              <a:t>Discover our vision film </a:t>
            </a:r>
            <a:endParaRPr lang="en-US" sz="1200" noProof="0" dirty="0">
              <a:solidFill>
                <a:schemeClr val="bg1"/>
              </a:solidFill>
            </a:endParaRPr>
          </a:p>
        </p:txBody>
      </p:sp>
      <p:pic>
        <p:nvPicPr>
          <p:cNvPr id="6" name="Graphique 8" descr="Clap avec un remplissage uni">
            <a:extLst>
              <a:ext uri="{FF2B5EF4-FFF2-40B4-BE49-F238E27FC236}">
                <a16:creationId xmlns:a16="http://schemas.microsoft.com/office/drawing/2014/main" id="{D9A91762-CCAD-7C9A-7A9D-EFDCCB55942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06179" y="3409190"/>
            <a:ext cx="248146" cy="248146"/>
          </a:xfrm>
          <a:prstGeom prst="rect">
            <a:avLst/>
          </a:prstGeom>
        </p:spPr>
      </p:pic>
    </p:spTree>
    <p:extLst>
      <p:ext uri="{BB962C8B-B14F-4D97-AF65-F5344CB8AC3E}">
        <p14:creationId xmlns:p14="http://schemas.microsoft.com/office/powerpoint/2010/main" val="275237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A921BE-D18E-0EE2-71AA-B57682A3FB52}"/>
              </a:ext>
            </a:extLst>
          </p:cNvPr>
          <p:cNvPicPr>
            <a:picLocks noChangeAspect="1"/>
          </p:cNvPicPr>
          <p:nvPr/>
        </p:nvPicPr>
        <p:blipFill rotWithShape="1">
          <a:blip r:embed="rId2">
            <a:extLst>
              <a:ext uri="{28A0092B-C50C-407E-A947-70E740481C1C}">
                <a14:useLocalDpi xmlns:a14="http://schemas.microsoft.com/office/drawing/2010/main" val="0"/>
              </a:ext>
            </a:extLst>
          </a:blip>
          <a:srcRect l="1721" t="54291" r="-1721" b="4601"/>
          <a:stretch>
            <a:fillRect/>
          </a:stretch>
        </p:blipFill>
        <p:spPr>
          <a:xfrm>
            <a:off x="0" y="0"/>
            <a:ext cx="9144000" cy="5143500"/>
          </a:xfrm>
          <a:prstGeom prst="rect">
            <a:avLst/>
          </a:prstGeom>
        </p:spPr>
      </p:pic>
      <p:sp>
        <p:nvSpPr>
          <p:cNvPr id="5" name="Rectangle 4">
            <a:extLst>
              <a:ext uri="{FF2B5EF4-FFF2-40B4-BE49-F238E27FC236}">
                <a16:creationId xmlns:a16="http://schemas.microsoft.com/office/drawing/2014/main" id="{8DB03CE6-CA2C-995C-0E48-C25BE1251D54}"/>
              </a:ext>
            </a:extLst>
          </p:cNvPr>
          <p:cNvSpPr/>
          <p:nvPr/>
        </p:nvSpPr>
        <p:spPr>
          <a:xfrm>
            <a:off x="0" y="0"/>
            <a:ext cx="3851920" cy="5143500"/>
          </a:xfrm>
          <a:prstGeom prst="rect">
            <a:avLst/>
          </a:prstGeom>
          <a:gradFill flip="none" rotWithShape="1">
            <a:gsLst>
              <a:gs pos="34000">
                <a:schemeClr val="bg1">
                  <a:alpha val="83000"/>
                </a:schemeClr>
              </a:gs>
              <a:gs pos="65000">
                <a:schemeClr val="bg1">
                  <a:lumMod val="85000"/>
                  <a:lumOff val="15000"/>
                  <a:alpha val="0"/>
                </a:schemeClr>
              </a:gs>
              <a:gs pos="100000">
                <a:schemeClr val="bg1">
                  <a:lumMod val="75000"/>
                  <a:lumOff val="2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rgbClr val="000000"/>
              </a:solidFill>
            </a:endParaRPr>
          </a:p>
        </p:txBody>
      </p:sp>
      <p:sp>
        <p:nvSpPr>
          <p:cNvPr id="6" name="ZoneTexte 5">
            <a:extLst>
              <a:ext uri="{FF2B5EF4-FFF2-40B4-BE49-F238E27FC236}">
                <a16:creationId xmlns:a16="http://schemas.microsoft.com/office/drawing/2014/main" id="{9F391D88-5510-1CF7-B49B-7D0961C1316A}"/>
              </a:ext>
            </a:extLst>
          </p:cNvPr>
          <p:cNvSpPr txBox="1"/>
          <p:nvPr/>
        </p:nvSpPr>
        <p:spPr>
          <a:xfrm>
            <a:off x="562700" y="1758066"/>
            <a:ext cx="2992646" cy="2015936"/>
          </a:xfrm>
          <a:prstGeom prst="rect">
            <a:avLst/>
          </a:prstGeom>
          <a:noFill/>
        </p:spPr>
        <p:txBody>
          <a:bodyPr wrap="square" lIns="0" tIns="0" rIns="0" bIns="0">
            <a:spAutoFit/>
          </a:bodyPr>
          <a:lstStyle/>
          <a:p>
            <a:pPr>
              <a:spcBef>
                <a:spcPts val="600"/>
              </a:spcBef>
            </a:pPr>
            <a:r>
              <a:rPr lang="en-US" sz="1400" b="1" spc="-20" noProof="0" dirty="0"/>
              <a:t>Our industry is changing fast. Legacy telecom revenues are declining, competition is intensifying, and customers’ expectations are evolving. </a:t>
            </a:r>
          </a:p>
          <a:p>
            <a:pPr>
              <a:spcBef>
                <a:spcPts val="600"/>
              </a:spcBef>
            </a:pPr>
            <a:r>
              <a:rPr lang="en-US" sz="1400" b="1" spc="-20" noProof="0" dirty="0"/>
              <a:t>Yet these challenges open a new chapter for Orange Business to shape our path </a:t>
            </a:r>
            <a:r>
              <a:rPr lang="en-US" sz="1400" b="1" spc="-20" noProof="0" dirty="0">
                <a:solidFill>
                  <a:schemeClr val="bg2"/>
                </a:solidFill>
              </a:rPr>
              <a:t>to trusted digital leadership.</a:t>
            </a:r>
          </a:p>
        </p:txBody>
      </p:sp>
      <p:sp>
        <p:nvSpPr>
          <p:cNvPr id="9" name="Title 2">
            <a:extLst>
              <a:ext uri="{FF2B5EF4-FFF2-40B4-BE49-F238E27FC236}">
                <a16:creationId xmlns:a16="http://schemas.microsoft.com/office/drawing/2014/main" id="{92D51D7C-7CCC-2300-5BAB-D6B8C39DB873}"/>
              </a:ext>
            </a:extLst>
          </p:cNvPr>
          <p:cNvSpPr txBox="1">
            <a:spLocks/>
          </p:cNvSpPr>
          <p:nvPr/>
        </p:nvSpPr>
        <p:spPr>
          <a:xfrm>
            <a:off x="573086" y="571499"/>
            <a:ext cx="2918793" cy="848123"/>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b="1" i="0" kern="1200" spc="-20" baseline="0">
                <a:solidFill>
                  <a:schemeClr val="bg2"/>
                </a:solidFill>
                <a:latin typeface="+mn-lt"/>
                <a:ea typeface="Helvetica 75 Bold" panose="02000503000000020004" pitchFamily="2" charset="0"/>
                <a:cs typeface="Helvetica 75 Bold" panose="02000503000000020004" pitchFamily="2" charset="0"/>
              </a:defRPr>
            </a:lvl1pPr>
          </a:lstStyle>
          <a:p>
            <a:pPr>
              <a:lnSpc>
                <a:spcPct val="100000"/>
              </a:lnSpc>
            </a:pPr>
            <a:r>
              <a:rPr lang="en-US" noProof="0" dirty="0"/>
              <a:t>Our ambition</a:t>
            </a:r>
            <a:br>
              <a:rPr lang="en-US" noProof="0" dirty="0"/>
            </a:br>
            <a:r>
              <a:rPr lang="en-US" noProof="0" dirty="0">
                <a:solidFill>
                  <a:schemeClr val="tx1"/>
                </a:solidFill>
              </a:rPr>
              <a:t>Becoming a leader in trusted digital services</a:t>
            </a:r>
            <a:br>
              <a:rPr lang="en-US" noProof="0" dirty="0"/>
            </a:br>
            <a:endParaRPr lang="en-US" noProof="0" dirty="0"/>
          </a:p>
        </p:txBody>
      </p:sp>
    </p:spTree>
    <p:extLst>
      <p:ext uri="{BB962C8B-B14F-4D97-AF65-F5344CB8AC3E}">
        <p14:creationId xmlns:p14="http://schemas.microsoft.com/office/powerpoint/2010/main" val="3156444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6">
            <a:extLst>
              <a:ext uri="{FF2B5EF4-FFF2-40B4-BE49-F238E27FC236}">
                <a16:creationId xmlns:a16="http://schemas.microsoft.com/office/drawing/2014/main" id="{291E12C1-90A3-5C64-B99E-F4A53C997E75}"/>
              </a:ext>
            </a:extLst>
          </p:cNvPr>
          <p:cNvSpPr/>
          <p:nvPr/>
        </p:nvSpPr>
        <p:spPr>
          <a:xfrm>
            <a:off x="1443531" y="4476785"/>
            <a:ext cx="5952185" cy="1997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solidFill>
                <a:effectLst/>
                <a:uLnTx/>
                <a:uFillTx/>
                <a:ea typeface="+mn-ea"/>
                <a:cs typeface="HelveticaNeueLT Arabic 55 Roman" panose="020B0604020202020204" pitchFamily="34" charset="-78"/>
              </a:rPr>
              <a:t>Committed to our clients, our people, society and the environment </a:t>
            </a:r>
          </a:p>
        </p:txBody>
      </p:sp>
      <p:grpSp>
        <p:nvGrpSpPr>
          <p:cNvPr id="5" name="Graphic 13">
            <a:extLst>
              <a:ext uri="{FF2B5EF4-FFF2-40B4-BE49-F238E27FC236}">
                <a16:creationId xmlns:a16="http://schemas.microsoft.com/office/drawing/2014/main" id="{A3DD9A8B-696B-702F-E697-15F4BE07202B}"/>
              </a:ext>
            </a:extLst>
          </p:cNvPr>
          <p:cNvGrpSpPr/>
          <p:nvPr/>
        </p:nvGrpSpPr>
        <p:grpSpPr>
          <a:xfrm>
            <a:off x="4103122" y="3030869"/>
            <a:ext cx="633001" cy="561334"/>
            <a:chOff x="5314169" y="3131003"/>
            <a:chExt cx="1037211" cy="919781"/>
          </a:xfrm>
        </p:grpSpPr>
        <p:sp>
          <p:nvSpPr>
            <p:cNvPr id="6" name="Freeform: Shape 75">
              <a:extLst>
                <a:ext uri="{FF2B5EF4-FFF2-40B4-BE49-F238E27FC236}">
                  <a16:creationId xmlns:a16="http://schemas.microsoft.com/office/drawing/2014/main" id="{100A7D6F-A5EE-359C-D41B-58DF56006DB5}"/>
                </a:ext>
              </a:extLst>
            </p:cNvPr>
            <p:cNvSpPr/>
            <p:nvPr/>
          </p:nvSpPr>
          <p:spPr>
            <a:xfrm>
              <a:off x="5314169" y="3131003"/>
              <a:ext cx="241805" cy="294966"/>
            </a:xfrm>
            <a:custGeom>
              <a:avLst/>
              <a:gdLst>
                <a:gd name="csX0" fmla="*/ 112 w 241805"/>
                <a:gd name="csY0" fmla="*/ 54507 h 294966"/>
                <a:gd name="csX1" fmla="*/ 112 w 241805"/>
                <a:gd name="csY1" fmla="*/ 0 h 294966"/>
                <a:gd name="csX2" fmla="*/ 241806 w 241805"/>
                <a:gd name="csY2" fmla="*/ 0 h 294966"/>
                <a:gd name="csX3" fmla="*/ 241806 w 241805"/>
                <a:gd name="csY3" fmla="*/ 54507 h 294966"/>
                <a:gd name="csX4" fmla="*/ 153316 w 241805"/>
                <a:gd name="csY4" fmla="*/ 54507 h 294966"/>
                <a:gd name="csX5" fmla="*/ 153316 w 241805"/>
                <a:gd name="csY5" fmla="*/ 294967 h 294966"/>
                <a:gd name="csX6" fmla="*/ 88490 w 241805"/>
                <a:gd name="csY6" fmla="*/ 294967 h 294966"/>
                <a:gd name="csX7" fmla="*/ 88490 w 241805"/>
                <a:gd name="csY7" fmla="*/ 54507 h 294966"/>
                <a:gd name="csX8" fmla="*/ 0 w 241805"/>
                <a:gd name="csY8" fmla="*/ 54507 h 294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1805" h="294966">
                  <a:moveTo>
                    <a:pt x="112" y="54507"/>
                  </a:moveTo>
                  <a:lnTo>
                    <a:pt x="112" y="0"/>
                  </a:lnTo>
                  <a:lnTo>
                    <a:pt x="241806" y="0"/>
                  </a:lnTo>
                  <a:lnTo>
                    <a:pt x="241806" y="54507"/>
                  </a:lnTo>
                  <a:lnTo>
                    <a:pt x="153316" y="54507"/>
                  </a:lnTo>
                  <a:lnTo>
                    <a:pt x="153316" y="294967"/>
                  </a:lnTo>
                  <a:lnTo>
                    <a:pt x="88490" y="294967"/>
                  </a:lnTo>
                  <a:lnTo>
                    <a:pt x="88490" y="54507"/>
                  </a:lnTo>
                  <a:lnTo>
                    <a:pt x="0" y="54507"/>
                  </a:lnTo>
                  <a:close/>
                </a:path>
              </a:pathLst>
            </a:custGeom>
            <a:solidFill>
              <a:schemeClr val="bg2"/>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7" name="Freeform: Shape 76">
              <a:extLst>
                <a:ext uri="{FF2B5EF4-FFF2-40B4-BE49-F238E27FC236}">
                  <a16:creationId xmlns:a16="http://schemas.microsoft.com/office/drawing/2014/main" id="{D4B220C9-96CA-B4D4-7963-FA52C74B1FDB}"/>
                </a:ext>
              </a:extLst>
            </p:cNvPr>
            <p:cNvSpPr/>
            <p:nvPr/>
          </p:nvSpPr>
          <p:spPr>
            <a:xfrm>
              <a:off x="5541619" y="3206707"/>
              <a:ext cx="137501" cy="219150"/>
            </a:xfrm>
            <a:custGeom>
              <a:avLst/>
              <a:gdLst>
                <a:gd name="csX0" fmla="*/ 55741 w 137501"/>
                <a:gd name="csY0" fmla="*/ 5720 h 219150"/>
                <a:gd name="csX1" fmla="*/ 55741 w 137501"/>
                <a:gd name="csY1" fmla="*/ 45423 h 219150"/>
                <a:gd name="csX2" fmla="*/ 56526 w 137501"/>
                <a:gd name="csY2" fmla="*/ 45423 h 219150"/>
                <a:gd name="csX3" fmla="*/ 67629 w 137501"/>
                <a:gd name="csY3" fmla="*/ 27029 h 219150"/>
                <a:gd name="csX4" fmla="*/ 83779 w 137501"/>
                <a:gd name="csY4" fmla="*/ 12561 h 219150"/>
                <a:gd name="csX5" fmla="*/ 103182 w 137501"/>
                <a:gd name="csY5" fmla="*/ 3253 h 219150"/>
                <a:gd name="csX6" fmla="*/ 124716 w 137501"/>
                <a:gd name="csY6" fmla="*/ 0 h 219150"/>
                <a:gd name="csX7" fmla="*/ 137502 w 137501"/>
                <a:gd name="csY7" fmla="*/ 2019 h 219150"/>
                <a:gd name="csX8" fmla="*/ 137502 w 137501"/>
                <a:gd name="csY8" fmla="*/ 56526 h 219150"/>
                <a:gd name="csX9" fmla="*/ 127632 w 137501"/>
                <a:gd name="csY9" fmla="*/ 55068 h 219150"/>
                <a:gd name="csX10" fmla="*/ 116529 w 137501"/>
                <a:gd name="csY10" fmla="*/ 54395 h 219150"/>
                <a:gd name="csX11" fmla="*/ 89275 w 137501"/>
                <a:gd name="csY11" fmla="*/ 59779 h 219150"/>
                <a:gd name="csX12" fmla="*/ 71330 w 137501"/>
                <a:gd name="csY12" fmla="*/ 74471 h 219150"/>
                <a:gd name="csX13" fmla="*/ 61573 w 137501"/>
                <a:gd name="csY13" fmla="*/ 96117 h 219150"/>
                <a:gd name="csX14" fmla="*/ 58657 w 137501"/>
                <a:gd name="csY14" fmla="*/ 122922 h 219150"/>
                <a:gd name="csX15" fmla="*/ 58657 w 137501"/>
                <a:gd name="csY15" fmla="*/ 219150 h 219150"/>
                <a:gd name="csX16" fmla="*/ 0 w 137501"/>
                <a:gd name="csY16" fmla="*/ 219150 h 219150"/>
                <a:gd name="csX17" fmla="*/ 0 w 137501"/>
                <a:gd name="csY17" fmla="*/ 5496 h 219150"/>
                <a:gd name="csX18" fmla="*/ 55741 w 137501"/>
                <a:gd name="csY18" fmla="*/ 5496 h 219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7501" h="219150">
                  <a:moveTo>
                    <a:pt x="55741" y="5720"/>
                  </a:moveTo>
                  <a:lnTo>
                    <a:pt x="55741" y="45423"/>
                  </a:lnTo>
                  <a:lnTo>
                    <a:pt x="56526" y="45423"/>
                  </a:lnTo>
                  <a:cubicBezTo>
                    <a:pt x="59330" y="38806"/>
                    <a:pt x="63031" y="32637"/>
                    <a:pt x="67629" y="27029"/>
                  </a:cubicBezTo>
                  <a:cubicBezTo>
                    <a:pt x="72340" y="21422"/>
                    <a:pt x="77723" y="16599"/>
                    <a:pt x="83779" y="12561"/>
                  </a:cubicBezTo>
                  <a:cubicBezTo>
                    <a:pt x="89836" y="8524"/>
                    <a:pt x="96341" y="5496"/>
                    <a:pt x="103182" y="3253"/>
                  </a:cubicBezTo>
                  <a:cubicBezTo>
                    <a:pt x="110024" y="1010"/>
                    <a:pt x="117202" y="0"/>
                    <a:pt x="124716" y="0"/>
                  </a:cubicBezTo>
                  <a:cubicBezTo>
                    <a:pt x="128529" y="0"/>
                    <a:pt x="132791" y="673"/>
                    <a:pt x="137502" y="2019"/>
                  </a:cubicBezTo>
                  <a:lnTo>
                    <a:pt x="137502" y="56526"/>
                  </a:lnTo>
                  <a:cubicBezTo>
                    <a:pt x="134698" y="55965"/>
                    <a:pt x="131445" y="55517"/>
                    <a:pt x="127632" y="55068"/>
                  </a:cubicBezTo>
                  <a:cubicBezTo>
                    <a:pt x="123819" y="54619"/>
                    <a:pt x="120006" y="54395"/>
                    <a:pt x="116529" y="54395"/>
                  </a:cubicBezTo>
                  <a:cubicBezTo>
                    <a:pt x="105762" y="54395"/>
                    <a:pt x="96677" y="56190"/>
                    <a:pt x="89275" y="59779"/>
                  </a:cubicBezTo>
                  <a:cubicBezTo>
                    <a:pt x="81873" y="63368"/>
                    <a:pt x="75817" y="68302"/>
                    <a:pt x="71330" y="74471"/>
                  </a:cubicBezTo>
                  <a:cubicBezTo>
                    <a:pt x="66844" y="80639"/>
                    <a:pt x="63592" y="87929"/>
                    <a:pt x="61573" y="96117"/>
                  </a:cubicBezTo>
                  <a:cubicBezTo>
                    <a:pt x="59666" y="104416"/>
                    <a:pt x="58657" y="113276"/>
                    <a:pt x="58657" y="122922"/>
                  </a:cubicBezTo>
                  <a:lnTo>
                    <a:pt x="58657" y="219150"/>
                  </a:lnTo>
                  <a:lnTo>
                    <a:pt x="0" y="219150"/>
                  </a:lnTo>
                  <a:lnTo>
                    <a:pt x="0" y="5496"/>
                  </a:lnTo>
                  <a:lnTo>
                    <a:pt x="55741" y="5496"/>
                  </a:lnTo>
                  <a:close/>
                </a:path>
              </a:pathLst>
            </a:custGeom>
            <a:solidFill>
              <a:schemeClr val="bg2"/>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8" name="Freeform: Shape 77">
              <a:extLst>
                <a:ext uri="{FF2B5EF4-FFF2-40B4-BE49-F238E27FC236}">
                  <a16:creationId xmlns:a16="http://schemas.microsoft.com/office/drawing/2014/main" id="{69F3465B-1DFC-9E74-DC77-DD354952CACD}"/>
                </a:ext>
              </a:extLst>
            </p:cNvPr>
            <p:cNvSpPr/>
            <p:nvPr/>
          </p:nvSpPr>
          <p:spPr>
            <a:xfrm>
              <a:off x="5698075" y="3212427"/>
              <a:ext cx="200532" cy="219038"/>
            </a:xfrm>
            <a:custGeom>
              <a:avLst/>
              <a:gdLst>
                <a:gd name="csX0" fmla="*/ 144680 w 200532"/>
                <a:gd name="csY0" fmla="*/ 213655 h 219038"/>
                <a:gd name="csX1" fmla="*/ 144680 w 200532"/>
                <a:gd name="csY1" fmla="*/ 183934 h 219038"/>
                <a:gd name="csX2" fmla="*/ 143446 w 200532"/>
                <a:gd name="csY2" fmla="*/ 183934 h 219038"/>
                <a:gd name="csX3" fmla="*/ 114510 w 200532"/>
                <a:gd name="csY3" fmla="*/ 210739 h 219038"/>
                <a:gd name="csX4" fmla="*/ 78172 w 200532"/>
                <a:gd name="csY4" fmla="*/ 219038 h 219038"/>
                <a:gd name="csX5" fmla="*/ 39478 w 200532"/>
                <a:gd name="csY5" fmla="*/ 212870 h 219038"/>
                <a:gd name="csX6" fmla="*/ 15702 w 200532"/>
                <a:gd name="csY6" fmla="*/ 195261 h 219038"/>
                <a:gd name="csX7" fmla="*/ 3477 w 200532"/>
                <a:gd name="csY7" fmla="*/ 167559 h 219038"/>
                <a:gd name="csX8" fmla="*/ 0 w 200532"/>
                <a:gd name="csY8" fmla="*/ 131445 h 219038"/>
                <a:gd name="csX9" fmla="*/ 0 w 200532"/>
                <a:gd name="csY9" fmla="*/ 0 h 219038"/>
                <a:gd name="csX10" fmla="*/ 58657 w 200532"/>
                <a:gd name="csY10" fmla="*/ 0 h 219038"/>
                <a:gd name="csX11" fmla="*/ 58657 w 200532"/>
                <a:gd name="csY11" fmla="*/ 120678 h 219038"/>
                <a:gd name="csX12" fmla="*/ 66956 w 200532"/>
                <a:gd name="csY12" fmla="*/ 160157 h 219038"/>
                <a:gd name="csX13" fmla="*/ 96341 w 200532"/>
                <a:gd name="csY13" fmla="*/ 173167 h 219038"/>
                <a:gd name="csX14" fmla="*/ 131109 w 200532"/>
                <a:gd name="csY14" fmla="*/ 158923 h 219038"/>
                <a:gd name="csX15" fmla="*/ 141876 w 200532"/>
                <a:gd name="csY15" fmla="*/ 112042 h 219038"/>
                <a:gd name="csX16" fmla="*/ 141876 w 200532"/>
                <a:gd name="csY16" fmla="*/ 112 h 219038"/>
                <a:gd name="csX17" fmla="*/ 200533 w 200532"/>
                <a:gd name="csY17" fmla="*/ 112 h 219038"/>
                <a:gd name="csX18" fmla="*/ 200533 w 200532"/>
                <a:gd name="csY18" fmla="*/ 213767 h 219038"/>
                <a:gd name="csX19" fmla="*/ 144792 w 200532"/>
                <a:gd name="csY19" fmla="*/ 213767 h 219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200532" h="219038">
                  <a:moveTo>
                    <a:pt x="144680" y="213655"/>
                  </a:moveTo>
                  <a:lnTo>
                    <a:pt x="144680" y="183934"/>
                  </a:lnTo>
                  <a:lnTo>
                    <a:pt x="143446" y="183934"/>
                  </a:lnTo>
                  <a:cubicBezTo>
                    <a:pt x="136044" y="196383"/>
                    <a:pt x="126398" y="205243"/>
                    <a:pt x="114510" y="210739"/>
                  </a:cubicBezTo>
                  <a:cubicBezTo>
                    <a:pt x="102622" y="216234"/>
                    <a:pt x="90509" y="219038"/>
                    <a:pt x="78172" y="219038"/>
                  </a:cubicBezTo>
                  <a:cubicBezTo>
                    <a:pt x="62470" y="219038"/>
                    <a:pt x="49572" y="217019"/>
                    <a:pt x="39478" y="212870"/>
                  </a:cubicBezTo>
                  <a:cubicBezTo>
                    <a:pt x="29384" y="208720"/>
                    <a:pt x="21534" y="202888"/>
                    <a:pt x="15702" y="195261"/>
                  </a:cubicBezTo>
                  <a:cubicBezTo>
                    <a:pt x="9870" y="187635"/>
                    <a:pt x="5832" y="178438"/>
                    <a:pt x="3477" y="167559"/>
                  </a:cubicBezTo>
                  <a:cubicBezTo>
                    <a:pt x="1121" y="156680"/>
                    <a:pt x="0" y="144680"/>
                    <a:pt x="0" y="131445"/>
                  </a:cubicBezTo>
                  <a:lnTo>
                    <a:pt x="0" y="0"/>
                  </a:lnTo>
                  <a:lnTo>
                    <a:pt x="58657" y="0"/>
                  </a:lnTo>
                  <a:lnTo>
                    <a:pt x="58657" y="120678"/>
                  </a:lnTo>
                  <a:cubicBezTo>
                    <a:pt x="58657" y="138287"/>
                    <a:pt x="61461" y="151521"/>
                    <a:pt x="66956" y="160157"/>
                  </a:cubicBezTo>
                  <a:cubicBezTo>
                    <a:pt x="72452" y="168793"/>
                    <a:pt x="82209" y="173167"/>
                    <a:pt x="96341" y="173167"/>
                  </a:cubicBezTo>
                  <a:cubicBezTo>
                    <a:pt x="112267" y="173167"/>
                    <a:pt x="123931" y="168456"/>
                    <a:pt x="131109" y="158923"/>
                  </a:cubicBezTo>
                  <a:cubicBezTo>
                    <a:pt x="138287" y="149390"/>
                    <a:pt x="141876" y="133801"/>
                    <a:pt x="141876" y="112042"/>
                  </a:cubicBezTo>
                  <a:lnTo>
                    <a:pt x="141876" y="112"/>
                  </a:lnTo>
                  <a:lnTo>
                    <a:pt x="200533" y="112"/>
                  </a:lnTo>
                  <a:lnTo>
                    <a:pt x="200533" y="213767"/>
                  </a:lnTo>
                  <a:lnTo>
                    <a:pt x="144792" y="213767"/>
                  </a:lnTo>
                  <a:close/>
                </a:path>
              </a:pathLst>
            </a:custGeom>
            <a:solidFill>
              <a:schemeClr val="bg2"/>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9" name="Freeform: Shape 78">
              <a:extLst>
                <a:ext uri="{FF2B5EF4-FFF2-40B4-BE49-F238E27FC236}">
                  <a16:creationId xmlns:a16="http://schemas.microsoft.com/office/drawing/2014/main" id="{2D99B1BC-F2C9-31CA-5EE5-6172AF4BE5BA}"/>
                </a:ext>
              </a:extLst>
            </p:cNvPr>
            <p:cNvSpPr/>
            <p:nvPr/>
          </p:nvSpPr>
          <p:spPr>
            <a:xfrm>
              <a:off x="5928665" y="3206259"/>
              <a:ext cx="197953" cy="224982"/>
            </a:xfrm>
            <a:custGeom>
              <a:avLst/>
              <a:gdLst>
                <a:gd name="csX0" fmla="*/ 59779 w 197953"/>
                <a:gd name="csY0" fmla="*/ 166662 h 224982"/>
                <a:gd name="csX1" fmla="*/ 69872 w 197953"/>
                <a:gd name="csY1" fmla="*/ 177765 h 224982"/>
                <a:gd name="csX2" fmla="*/ 84116 w 197953"/>
                <a:gd name="csY2" fmla="*/ 184158 h 224982"/>
                <a:gd name="csX3" fmla="*/ 100827 w 197953"/>
                <a:gd name="csY3" fmla="*/ 186177 h 224982"/>
                <a:gd name="csX4" fmla="*/ 113837 w 197953"/>
                <a:gd name="csY4" fmla="*/ 184719 h 224982"/>
                <a:gd name="csX5" fmla="*/ 126286 w 197953"/>
                <a:gd name="csY5" fmla="*/ 180120 h 224982"/>
                <a:gd name="csX6" fmla="*/ 135595 w 197953"/>
                <a:gd name="csY6" fmla="*/ 171821 h 224982"/>
                <a:gd name="csX7" fmla="*/ 139296 w 197953"/>
                <a:gd name="csY7" fmla="*/ 158811 h 224982"/>
                <a:gd name="csX8" fmla="*/ 121688 w 197953"/>
                <a:gd name="csY8" fmla="*/ 138960 h 224982"/>
                <a:gd name="csX9" fmla="*/ 72676 w 197953"/>
                <a:gd name="csY9" fmla="*/ 125725 h 224982"/>
                <a:gd name="csX10" fmla="*/ 47666 w 197953"/>
                <a:gd name="csY10" fmla="*/ 118884 h 224982"/>
                <a:gd name="csX11" fmla="*/ 26020 w 197953"/>
                <a:gd name="csY11" fmla="*/ 108566 h 224982"/>
                <a:gd name="csX12" fmla="*/ 10767 w 197953"/>
                <a:gd name="csY12" fmla="*/ 92416 h 224982"/>
                <a:gd name="csX13" fmla="*/ 4935 w 197953"/>
                <a:gd name="csY13" fmla="*/ 68639 h 224982"/>
                <a:gd name="csX14" fmla="*/ 13010 w 197953"/>
                <a:gd name="csY14" fmla="*/ 34768 h 224982"/>
                <a:gd name="csX15" fmla="*/ 34319 w 197953"/>
                <a:gd name="csY15" fmla="*/ 13907 h 224982"/>
                <a:gd name="csX16" fmla="*/ 64040 w 197953"/>
                <a:gd name="csY16" fmla="*/ 3140 h 224982"/>
                <a:gd name="csX17" fmla="*/ 97911 w 197953"/>
                <a:gd name="csY17" fmla="*/ 0 h 224982"/>
                <a:gd name="csX18" fmla="*/ 131557 w 197953"/>
                <a:gd name="csY18" fmla="*/ 3252 h 224982"/>
                <a:gd name="csX19" fmla="*/ 160718 w 197953"/>
                <a:gd name="csY19" fmla="*/ 14468 h 224982"/>
                <a:gd name="csX20" fmla="*/ 182027 w 197953"/>
                <a:gd name="csY20" fmla="*/ 35329 h 224982"/>
                <a:gd name="csX21" fmla="*/ 192121 w 197953"/>
                <a:gd name="csY21" fmla="*/ 68190 h 224982"/>
                <a:gd name="csX22" fmla="*/ 136380 w 197953"/>
                <a:gd name="csY22" fmla="*/ 68190 h 224982"/>
                <a:gd name="csX23" fmla="*/ 123595 w 197953"/>
                <a:gd name="csY23" fmla="*/ 45198 h 224982"/>
                <a:gd name="csX24" fmla="*/ 96341 w 197953"/>
                <a:gd name="csY24" fmla="*/ 39254 h 224982"/>
                <a:gd name="csX25" fmla="*/ 85574 w 197953"/>
                <a:gd name="csY25" fmla="*/ 39927 h 224982"/>
                <a:gd name="csX26" fmla="*/ 75032 w 197953"/>
                <a:gd name="csY26" fmla="*/ 42619 h 224982"/>
                <a:gd name="csX27" fmla="*/ 66956 w 197953"/>
                <a:gd name="csY27" fmla="*/ 48563 h 224982"/>
                <a:gd name="csX28" fmla="*/ 63592 w 197953"/>
                <a:gd name="csY28" fmla="*/ 59106 h 224982"/>
                <a:gd name="csX29" fmla="*/ 69424 w 197953"/>
                <a:gd name="csY29" fmla="*/ 71891 h 224982"/>
                <a:gd name="csX30" fmla="*/ 84565 w 197953"/>
                <a:gd name="csY30" fmla="*/ 79966 h 224982"/>
                <a:gd name="csX31" fmla="*/ 105874 w 197953"/>
                <a:gd name="csY31" fmla="*/ 85574 h 224982"/>
                <a:gd name="csX32" fmla="*/ 130212 w 197953"/>
                <a:gd name="csY32" fmla="*/ 90958 h 224982"/>
                <a:gd name="csX33" fmla="*/ 155222 w 197953"/>
                <a:gd name="csY33" fmla="*/ 98023 h 224982"/>
                <a:gd name="csX34" fmla="*/ 176868 w 197953"/>
                <a:gd name="csY34" fmla="*/ 109014 h 224982"/>
                <a:gd name="csX35" fmla="*/ 192121 w 197953"/>
                <a:gd name="csY35" fmla="*/ 125950 h 224982"/>
                <a:gd name="csX36" fmla="*/ 197953 w 197953"/>
                <a:gd name="csY36" fmla="*/ 150960 h 224982"/>
                <a:gd name="csX37" fmla="*/ 189541 w 197953"/>
                <a:gd name="csY37" fmla="*/ 186289 h 224982"/>
                <a:gd name="csX38" fmla="*/ 167447 w 197953"/>
                <a:gd name="csY38" fmla="*/ 209281 h 224982"/>
                <a:gd name="csX39" fmla="*/ 136268 w 197953"/>
                <a:gd name="csY39" fmla="*/ 221506 h 224982"/>
                <a:gd name="csX40" fmla="*/ 100491 w 197953"/>
                <a:gd name="csY40" fmla="*/ 224982 h 224982"/>
                <a:gd name="csX41" fmla="*/ 64153 w 197953"/>
                <a:gd name="csY41" fmla="*/ 221281 h 224982"/>
                <a:gd name="csX42" fmla="*/ 32525 w 197953"/>
                <a:gd name="csY42" fmla="*/ 208832 h 224982"/>
                <a:gd name="csX43" fmla="*/ 9757 w 197953"/>
                <a:gd name="csY43" fmla="*/ 185953 h 224982"/>
                <a:gd name="csX44" fmla="*/ 0 w 197953"/>
                <a:gd name="csY44" fmla="*/ 150175 h 224982"/>
                <a:gd name="csX45" fmla="*/ 55741 w 197953"/>
                <a:gd name="csY45" fmla="*/ 150175 h 224982"/>
                <a:gd name="csX46" fmla="*/ 59666 w 197953"/>
                <a:gd name="csY46" fmla="*/ 166550 h 224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197953" h="224982">
                  <a:moveTo>
                    <a:pt x="59779" y="166662"/>
                  </a:moveTo>
                  <a:cubicBezTo>
                    <a:pt x="62358" y="171148"/>
                    <a:pt x="65835" y="174961"/>
                    <a:pt x="69872" y="177765"/>
                  </a:cubicBezTo>
                  <a:cubicBezTo>
                    <a:pt x="74022" y="180681"/>
                    <a:pt x="78733" y="182812"/>
                    <a:pt x="84116" y="184158"/>
                  </a:cubicBezTo>
                  <a:cubicBezTo>
                    <a:pt x="89499" y="185504"/>
                    <a:pt x="95107" y="186177"/>
                    <a:pt x="100827" y="186177"/>
                  </a:cubicBezTo>
                  <a:cubicBezTo>
                    <a:pt x="104977" y="186177"/>
                    <a:pt x="109239" y="185728"/>
                    <a:pt x="113837" y="184719"/>
                  </a:cubicBezTo>
                  <a:cubicBezTo>
                    <a:pt x="118323" y="183710"/>
                    <a:pt x="122473" y="182251"/>
                    <a:pt x="126286" y="180120"/>
                  </a:cubicBezTo>
                  <a:cubicBezTo>
                    <a:pt x="129987" y="178102"/>
                    <a:pt x="133128" y="175298"/>
                    <a:pt x="135595" y="171821"/>
                  </a:cubicBezTo>
                  <a:cubicBezTo>
                    <a:pt x="138062" y="168344"/>
                    <a:pt x="139296" y="164082"/>
                    <a:pt x="139296" y="158811"/>
                  </a:cubicBezTo>
                  <a:cubicBezTo>
                    <a:pt x="139296" y="149951"/>
                    <a:pt x="133464" y="143334"/>
                    <a:pt x="121688" y="138960"/>
                  </a:cubicBezTo>
                  <a:cubicBezTo>
                    <a:pt x="109912" y="134586"/>
                    <a:pt x="93649" y="130099"/>
                    <a:pt x="72676" y="125725"/>
                  </a:cubicBezTo>
                  <a:cubicBezTo>
                    <a:pt x="64153" y="123819"/>
                    <a:pt x="55853" y="121576"/>
                    <a:pt x="47666" y="118884"/>
                  </a:cubicBezTo>
                  <a:cubicBezTo>
                    <a:pt x="39591" y="116304"/>
                    <a:pt x="32301" y="112828"/>
                    <a:pt x="26020" y="108566"/>
                  </a:cubicBezTo>
                  <a:cubicBezTo>
                    <a:pt x="19739" y="104304"/>
                    <a:pt x="14580" y="98920"/>
                    <a:pt x="10767" y="92416"/>
                  </a:cubicBezTo>
                  <a:cubicBezTo>
                    <a:pt x="6841" y="85911"/>
                    <a:pt x="4935" y="78060"/>
                    <a:pt x="4935" y="68639"/>
                  </a:cubicBezTo>
                  <a:cubicBezTo>
                    <a:pt x="4935" y="54844"/>
                    <a:pt x="7626" y="43516"/>
                    <a:pt x="13010" y="34768"/>
                  </a:cubicBezTo>
                  <a:cubicBezTo>
                    <a:pt x="18393" y="25908"/>
                    <a:pt x="25459" y="18954"/>
                    <a:pt x="34319" y="13907"/>
                  </a:cubicBezTo>
                  <a:cubicBezTo>
                    <a:pt x="43179" y="8860"/>
                    <a:pt x="53049" y="5271"/>
                    <a:pt x="64040" y="3140"/>
                  </a:cubicBezTo>
                  <a:cubicBezTo>
                    <a:pt x="75032" y="1009"/>
                    <a:pt x="86359" y="0"/>
                    <a:pt x="97911" y="0"/>
                  </a:cubicBezTo>
                  <a:cubicBezTo>
                    <a:pt x="109463" y="0"/>
                    <a:pt x="120678" y="1121"/>
                    <a:pt x="131557" y="3252"/>
                  </a:cubicBezTo>
                  <a:cubicBezTo>
                    <a:pt x="142436" y="5496"/>
                    <a:pt x="152194" y="9197"/>
                    <a:pt x="160718" y="14468"/>
                  </a:cubicBezTo>
                  <a:cubicBezTo>
                    <a:pt x="169241" y="19739"/>
                    <a:pt x="176307" y="26693"/>
                    <a:pt x="182027" y="35329"/>
                  </a:cubicBezTo>
                  <a:cubicBezTo>
                    <a:pt x="187635" y="43965"/>
                    <a:pt x="191000" y="54956"/>
                    <a:pt x="192121" y="68190"/>
                  </a:cubicBezTo>
                  <a:lnTo>
                    <a:pt x="136380" y="68190"/>
                  </a:lnTo>
                  <a:cubicBezTo>
                    <a:pt x="135595" y="56862"/>
                    <a:pt x="131221" y="49236"/>
                    <a:pt x="123595" y="45198"/>
                  </a:cubicBezTo>
                  <a:cubicBezTo>
                    <a:pt x="115856" y="41161"/>
                    <a:pt x="106771" y="39254"/>
                    <a:pt x="96341" y="39254"/>
                  </a:cubicBezTo>
                  <a:cubicBezTo>
                    <a:pt x="92976" y="39254"/>
                    <a:pt x="89499" y="39479"/>
                    <a:pt x="85574" y="39927"/>
                  </a:cubicBezTo>
                  <a:cubicBezTo>
                    <a:pt x="81761" y="40376"/>
                    <a:pt x="78172" y="41273"/>
                    <a:pt x="75032" y="42619"/>
                  </a:cubicBezTo>
                  <a:cubicBezTo>
                    <a:pt x="71891" y="43965"/>
                    <a:pt x="69199" y="45983"/>
                    <a:pt x="66956" y="48563"/>
                  </a:cubicBezTo>
                  <a:cubicBezTo>
                    <a:pt x="64713" y="51143"/>
                    <a:pt x="63592" y="54732"/>
                    <a:pt x="63592" y="59106"/>
                  </a:cubicBezTo>
                  <a:cubicBezTo>
                    <a:pt x="63592" y="64377"/>
                    <a:pt x="65498" y="68639"/>
                    <a:pt x="69424" y="71891"/>
                  </a:cubicBezTo>
                  <a:cubicBezTo>
                    <a:pt x="73237" y="75144"/>
                    <a:pt x="78284" y="77835"/>
                    <a:pt x="84565" y="79966"/>
                  </a:cubicBezTo>
                  <a:cubicBezTo>
                    <a:pt x="90733" y="81985"/>
                    <a:pt x="97799" y="83892"/>
                    <a:pt x="105874" y="85574"/>
                  </a:cubicBezTo>
                  <a:cubicBezTo>
                    <a:pt x="113837" y="87256"/>
                    <a:pt x="122024" y="89051"/>
                    <a:pt x="130212" y="90958"/>
                  </a:cubicBezTo>
                  <a:cubicBezTo>
                    <a:pt x="138735" y="92864"/>
                    <a:pt x="147035" y="95219"/>
                    <a:pt x="155222" y="98023"/>
                  </a:cubicBezTo>
                  <a:cubicBezTo>
                    <a:pt x="163297" y="100827"/>
                    <a:pt x="170587" y="104416"/>
                    <a:pt x="176868" y="109014"/>
                  </a:cubicBezTo>
                  <a:cubicBezTo>
                    <a:pt x="183149" y="113501"/>
                    <a:pt x="188308" y="119221"/>
                    <a:pt x="192121" y="125950"/>
                  </a:cubicBezTo>
                  <a:cubicBezTo>
                    <a:pt x="196046" y="132679"/>
                    <a:pt x="197953" y="141091"/>
                    <a:pt x="197953" y="150960"/>
                  </a:cubicBezTo>
                  <a:cubicBezTo>
                    <a:pt x="197953" y="164980"/>
                    <a:pt x="195149" y="176756"/>
                    <a:pt x="189541" y="186289"/>
                  </a:cubicBezTo>
                  <a:cubicBezTo>
                    <a:pt x="183934" y="195822"/>
                    <a:pt x="176532" y="203449"/>
                    <a:pt x="167447" y="209281"/>
                  </a:cubicBezTo>
                  <a:cubicBezTo>
                    <a:pt x="158362" y="215113"/>
                    <a:pt x="147932" y="219150"/>
                    <a:pt x="136268" y="221506"/>
                  </a:cubicBezTo>
                  <a:cubicBezTo>
                    <a:pt x="124604" y="223861"/>
                    <a:pt x="112603" y="224982"/>
                    <a:pt x="100491" y="224982"/>
                  </a:cubicBezTo>
                  <a:cubicBezTo>
                    <a:pt x="88378" y="224982"/>
                    <a:pt x="75929" y="223749"/>
                    <a:pt x="64153" y="221281"/>
                  </a:cubicBezTo>
                  <a:cubicBezTo>
                    <a:pt x="52376" y="218814"/>
                    <a:pt x="41722" y="214664"/>
                    <a:pt x="32525" y="208832"/>
                  </a:cubicBezTo>
                  <a:cubicBezTo>
                    <a:pt x="23328" y="203000"/>
                    <a:pt x="15702" y="195374"/>
                    <a:pt x="9757" y="185953"/>
                  </a:cubicBezTo>
                  <a:cubicBezTo>
                    <a:pt x="3813" y="176419"/>
                    <a:pt x="561" y="164531"/>
                    <a:pt x="0" y="150175"/>
                  </a:cubicBezTo>
                  <a:lnTo>
                    <a:pt x="55741" y="150175"/>
                  </a:lnTo>
                  <a:cubicBezTo>
                    <a:pt x="55741" y="156568"/>
                    <a:pt x="57087" y="161951"/>
                    <a:pt x="59666" y="166550"/>
                  </a:cubicBezTo>
                  <a:close/>
                </a:path>
              </a:pathLst>
            </a:custGeom>
            <a:solidFill>
              <a:schemeClr val="bg2"/>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0" name="Freeform: Shape 79">
              <a:extLst>
                <a:ext uri="{FF2B5EF4-FFF2-40B4-BE49-F238E27FC236}">
                  <a16:creationId xmlns:a16="http://schemas.microsoft.com/office/drawing/2014/main" id="{158FD5BF-A7D8-AA41-AD62-60235B0003DD}"/>
                </a:ext>
              </a:extLst>
            </p:cNvPr>
            <p:cNvSpPr/>
            <p:nvPr/>
          </p:nvSpPr>
          <p:spPr>
            <a:xfrm>
              <a:off x="6137160" y="3148387"/>
              <a:ext cx="137165" cy="279713"/>
            </a:xfrm>
            <a:custGeom>
              <a:avLst/>
              <a:gdLst>
                <a:gd name="csX0" fmla="*/ 137053 w 137165"/>
                <a:gd name="csY0" fmla="*/ 64040 h 279713"/>
                <a:gd name="csX1" fmla="*/ 137053 w 137165"/>
                <a:gd name="csY1" fmla="*/ 103295 h 279713"/>
                <a:gd name="csX2" fmla="*/ 94098 w 137165"/>
                <a:gd name="csY2" fmla="*/ 103295 h 279713"/>
                <a:gd name="csX3" fmla="*/ 94098 w 137165"/>
                <a:gd name="csY3" fmla="*/ 209056 h 279713"/>
                <a:gd name="csX4" fmla="*/ 99033 w 137165"/>
                <a:gd name="csY4" fmla="*/ 228908 h 279713"/>
                <a:gd name="csX5" fmla="*/ 118884 w 137165"/>
                <a:gd name="csY5" fmla="*/ 233843 h 279713"/>
                <a:gd name="csX6" fmla="*/ 128417 w 137165"/>
                <a:gd name="csY6" fmla="*/ 233394 h 279713"/>
                <a:gd name="csX7" fmla="*/ 137165 w 137165"/>
                <a:gd name="csY7" fmla="*/ 232160 h 279713"/>
                <a:gd name="csX8" fmla="*/ 137165 w 137165"/>
                <a:gd name="csY8" fmla="*/ 277583 h 279713"/>
                <a:gd name="csX9" fmla="*/ 120678 w 137165"/>
                <a:gd name="csY9" fmla="*/ 279265 h 279713"/>
                <a:gd name="csX10" fmla="*/ 102958 w 137165"/>
                <a:gd name="csY10" fmla="*/ 279714 h 279713"/>
                <a:gd name="csX11" fmla="*/ 77163 w 137165"/>
                <a:gd name="csY11" fmla="*/ 277807 h 279713"/>
                <a:gd name="csX12" fmla="*/ 55629 w 137165"/>
                <a:gd name="csY12" fmla="*/ 270629 h 279713"/>
                <a:gd name="csX13" fmla="*/ 40937 w 137165"/>
                <a:gd name="csY13" fmla="*/ 255376 h 279713"/>
                <a:gd name="csX14" fmla="*/ 35553 w 137165"/>
                <a:gd name="csY14" fmla="*/ 229356 h 279713"/>
                <a:gd name="csX15" fmla="*/ 35553 w 137165"/>
                <a:gd name="csY15" fmla="*/ 103295 h 279713"/>
                <a:gd name="csX16" fmla="*/ 0 w 137165"/>
                <a:gd name="csY16" fmla="*/ 103295 h 279713"/>
                <a:gd name="csX17" fmla="*/ 0 w 137165"/>
                <a:gd name="csY17" fmla="*/ 64040 h 279713"/>
                <a:gd name="csX18" fmla="*/ 35553 w 137165"/>
                <a:gd name="csY18" fmla="*/ 64040 h 279713"/>
                <a:gd name="csX19" fmla="*/ 35553 w 137165"/>
                <a:gd name="csY19" fmla="*/ 0 h 279713"/>
                <a:gd name="csX20" fmla="*/ 94210 w 137165"/>
                <a:gd name="csY20" fmla="*/ 0 h 279713"/>
                <a:gd name="csX21" fmla="*/ 94210 w 137165"/>
                <a:gd name="csY21" fmla="*/ 64040 h 279713"/>
                <a:gd name="csX22" fmla="*/ 137165 w 137165"/>
                <a:gd name="csY22" fmla="*/ 64040 h 279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7165" h="279713">
                  <a:moveTo>
                    <a:pt x="137053" y="64040"/>
                  </a:moveTo>
                  <a:lnTo>
                    <a:pt x="137053" y="103295"/>
                  </a:lnTo>
                  <a:lnTo>
                    <a:pt x="94098" y="103295"/>
                  </a:lnTo>
                  <a:lnTo>
                    <a:pt x="94098" y="209056"/>
                  </a:lnTo>
                  <a:cubicBezTo>
                    <a:pt x="94098" y="218926"/>
                    <a:pt x="95780" y="225543"/>
                    <a:pt x="99033" y="228908"/>
                  </a:cubicBezTo>
                  <a:cubicBezTo>
                    <a:pt x="102397" y="232160"/>
                    <a:pt x="109014" y="233843"/>
                    <a:pt x="118884" y="233843"/>
                  </a:cubicBezTo>
                  <a:cubicBezTo>
                    <a:pt x="122137" y="233843"/>
                    <a:pt x="125389" y="233730"/>
                    <a:pt x="128417" y="233394"/>
                  </a:cubicBezTo>
                  <a:cubicBezTo>
                    <a:pt x="131445" y="233170"/>
                    <a:pt x="134361" y="232721"/>
                    <a:pt x="137165" y="232160"/>
                  </a:cubicBezTo>
                  <a:lnTo>
                    <a:pt x="137165" y="277583"/>
                  </a:lnTo>
                  <a:cubicBezTo>
                    <a:pt x="132231" y="278368"/>
                    <a:pt x="126735" y="278929"/>
                    <a:pt x="120678" y="279265"/>
                  </a:cubicBezTo>
                  <a:cubicBezTo>
                    <a:pt x="114622" y="279490"/>
                    <a:pt x="108678" y="279714"/>
                    <a:pt x="102958" y="279714"/>
                  </a:cubicBezTo>
                  <a:cubicBezTo>
                    <a:pt x="93873" y="279714"/>
                    <a:pt x="85238" y="279041"/>
                    <a:pt x="77163" y="277807"/>
                  </a:cubicBezTo>
                  <a:cubicBezTo>
                    <a:pt x="68975" y="276574"/>
                    <a:pt x="61909" y="274218"/>
                    <a:pt x="55629" y="270629"/>
                  </a:cubicBezTo>
                  <a:cubicBezTo>
                    <a:pt x="49460" y="267040"/>
                    <a:pt x="44525" y="261993"/>
                    <a:pt x="40937" y="255376"/>
                  </a:cubicBezTo>
                  <a:cubicBezTo>
                    <a:pt x="37348" y="248759"/>
                    <a:pt x="35553" y="240123"/>
                    <a:pt x="35553" y="229356"/>
                  </a:cubicBezTo>
                  <a:lnTo>
                    <a:pt x="35553" y="103295"/>
                  </a:lnTo>
                  <a:lnTo>
                    <a:pt x="0" y="103295"/>
                  </a:lnTo>
                  <a:lnTo>
                    <a:pt x="0" y="64040"/>
                  </a:lnTo>
                  <a:lnTo>
                    <a:pt x="35553" y="64040"/>
                  </a:lnTo>
                  <a:lnTo>
                    <a:pt x="35553" y="0"/>
                  </a:lnTo>
                  <a:lnTo>
                    <a:pt x="94210" y="0"/>
                  </a:lnTo>
                  <a:lnTo>
                    <a:pt x="94210" y="64040"/>
                  </a:lnTo>
                  <a:lnTo>
                    <a:pt x="137165" y="64040"/>
                  </a:lnTo>
                  <a:close/>
                </a:path>
              </a:pathLst>
            </a:custGeom>
            <a:solidFill>
              <a:schemeClr val="bg2"/>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1" name="Freeform: Shape 80">
              <a:extLst>
                <a:ext uri="{FF2B5EF4-FFF2-40B4-BE49-F238E27FC236}">
                  <a16:creationId xmlns:a16="http://schemas.microsoft.com/office/drawing/2014/main" id="{32A61686-B125-7292-0C4A-2A664061E54E}"/>
                </a:ext>
              </a:extLst>
            </p:cNvPr>
            <p:cNvSpPr/>
            <p:nvPr/>
          </p:nvSpPr>
          <p:spPr>
            <a:xfrm>
              <a:off x="5370695" y="3486085"/>
              <a:ext cx="123482" cy="251787"/>
            </a:xfrm>
            <a:custGeom>
              <a:avLst/>
              <a:gdLst>
                <a:gd name="csX0" fmla="*/ 123482 w 123482"/>
                <a:gd name="csY0" fmla="*/ 57648 h 251787"/>
                <a:gd name="csX1" fmla="*/ 123482 w 123482"/>
                <a:gd name="csY1" fmla="*/ 92976 h 251787"/>
                <a:gd name="csX2" fmla="*/ 84789 w 123482"/>
                <a:gd name="csY2" fmla="*/ 92976 h 251787"/>
                <a:gd name="csX3" fmla="*/ 84789 w 123482"/>
                <a:gd name="csY3" fmla="*/ 188196 h 251787"/>
                <a:gd name="csX4" fmla="*/ 89275 w 123482"/>
                <a:gd name="csY4" fmla="*/ 206028 h 251787"/>
                <a:gd name="csX5" fmla="*/ 107108 w 123482"/>
                <a:gd name="csY5" fmla="*/ 210515 h 251787"/>
                <a:gd name="csX6" fmla="*/ 115632 w 123482"/>
                <a:gd name="csY6" fmla="*/ 210178 h 251787"/>
                <a:gd name="csX7" fmla="*/ 123482 w 123482"/>
                <a:gd name="csY7" fmla="*/ 209056 h 251787"/>
                <a:gd name="csX8" fmla="*/ 123482 w 123482"/>
                <a:gd name="csY8" fmla="*/ 249993 h 251787"/>
                <a:gd name="csX9" fmla="*/ 108566 w 123482"/>
                <a:gd name="csY9" fmla="*/ 251451 h 251787"/>
                <a:gd name="csX10" fmla="*/ 92528 w 123482"/>
                <a:gd name="csY10" fmla="*/ 251787 h 251787"/>
                <a:gd name="csX11" fmla="*/ 69312 w 123482"/>
                <a:gd name="csY11" fmla="*/ 250105 h 251787"/>
                <a:gd name="csX12" fmla="*/ 50021 w 123482"/>
                <a:gd name="csY12" fmla="*/ 243600 h 251787"/>
                <a:gd name="csX13" fmla="*/ 36787 w 123482"/>
                <a:gd name="csY13" fmla="*/ 229805 h 251787"/>
                <a:gd name="csX14" fmla="*/ 31964 w 123482"/>
                <a:gd name="csY14" fmla="*/ 206365 h 251787"/>
                <a:gd name="csX15" fmla="*/ 31964 w 123482"/>
                <a:gd name="csY15" fmla="*/ 92976 h 251787"/>
                <a:gd name="csX16" fmla="*/ 0 w 123482"/>
                <a:gd name="csY16" fmla="*/ 92976 h 251787"/>
                <a:gd name="csX17" fmla="*/ 0 w 123482"/>
                <a:gd name="csY17" fmla="*/ 57648 h 251787"/>
                <a:gd name="csX18" fmla="*/ 31964 w 123482"/>
                <a:gd name="csY18" fmla="*/ 57648 h 251787"/>
                <a:gd name="csX19" fmla="*/ 31964 w 123482"/>
                <a:gd name="csY19" fmla="*/ 0 h 251787"/>
                <a:gd name="csX20" fmla="*/ 84789 w 123482"/>
                <a:gd name="csY20" fmla="*/ 0 h 251787"/>
                <a:gd name="csX21" fmla="*/ 84789 w 123482"/>
                <a:gd name="csY21" fmla="*/ 57648 h 251787"/>
                <a:gd name="csX22" fmla="*/ 123482 w 123482"/>
                <a:gd name="csY22" fmla="*/ 57648 h 2517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23482" h="251787">
                  <a:moveTo>
                    <a:pt x="123482" y="57648"/>
                  </a:moveTo>
                  <a:lnTo>
                    <a:pt x="123482" y="92976"/>
                  </a:lnTo>
                  <a:lnTo>
                    <a:pt x="84789" y="92976"/>
                  </a:lnTo>
                  <a:lnTo>
                    <a:pt x="84789" y="188196"/>
                  </a:lnTo>
                  <a:cubicBezTo>
                    <a:pt x="84789" y="197168"/>
                    <a:pt x="86247" y="203112"/>
                    <a:pt x="89275" y="206028"/>
                  </a:cubicBezTo>
                  <a:cubicBezTo>
                    <a:pt x="92303" y="209056"/>
                    <a:pt x="98247" y="210515"/>
                    <a:pt x="107108" y="210515"/>
                  </a:cubicBezTo>
                  <a:cubicBezTo>
                    <a:pt x="110136" y="210515"/>
                    <a:pt x="112940" y="210402"/>
                    <a:pt x="115632" y="210178"/>
                  </a:cubicBezTo>
                  <a:cubicBezTo>
                    <a:pt x="118323" y="209954"/>
                    <a:pt x="120903" y="209505"/>
                    <a:pt x="123482" y="209056"/>
                  </a:cubicBezTo>
                  <a:lnTo>
                    <a:pt x="123482" y="249993"/>
                  </a:lnTo>
                  <a:cubicBezTo>
                    <a:pt x="118996" y="250778"/>
                    <a:pt x="114061" y="251227"/>
                    <a:pt x="108566" y="251451"/>
                  </a:cubicBezTo>
                  <a:cubicBezTo>
                    <a:pt x="103070" y="251675"/>
                    <a:pt x="97799" y="251787"/>
                    <a:pt x="92528" y="251787"/>
                  </a:cubicBezTo>
                  <a:cubicBezTo>
                    <a:pt x="84340" y="251787"/>
                    <a:pt x="76602" y="251227"/>
                    <a:pt x="69312" y="250105"/>
                  </a:cubicBezTo>
                  <a:cubicBezTo>
                    <a:pt x="62022" y="248984"/>
                    <a:pt x="55517" y="246853"/>
                    <a:pt x="50021" y="243600"/>
                  </a:cubicBezTo>
                  <a:cubicBezTo>
                    <a:pt x="44525" y="240348"/>
                    <a:pt x="40039" y="235749"/>
                    <a:pt x="36787" y="229805"/>
                  </a:cubicBezTo>
                  <a:cubicBezTo>
                    <a:pt x="33534" y="223861"/>
                    <a:pt x="31964" y="216010"/>
                    <a:pt x="31964" y="206365"/>
                  </a:cubicBezTo>
                  <a:lnTo>
                    <a:pt x="31964" y="92976"/>
                  </a:lnTo>
                  <a:lnTo>
                    <a:pt x="0" y="92976"/>
                  </a:lnTo>
                  <a:lnTo>
                    <a:pt x="0" y="57648"/>
                  </a:lnTo>
                  <a:lnTo>
                    <a:pt x="31964" y="57648"/>
                  </a:lnTo>
                  <a:lnTo>
                    <a:pt x="31964" y="0"/>
                  </a:lnTo>
                  <a:lnTo>
                    <a:pt x="84789" y="0"/>
                  </a:lnTo>
                  <a:lnTo>
                    <a:pt x="84789" y="57648"/>
                  </a:lnTo>
                  <a:lnTo>
                    <a:pt x="123482" y="57648"/>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2" name="Freeform: Shape 81">
              <a:extLst>
                <a:ext uri="{FF2B5EF4-FFF2-40B4-BE49-F238E27FC236}">
                  <a16:creationId xmlns:a16="http://schemas.microsoft.com/office/drawing/2014/main" id="{4BDCABF8-700A-9B96-3471-F2E1DB41F3B5}"/>
                </a:ext>
              </a:extLst>
            </p:cNvPr>
            <p:cNvSpPr/>
            <p:nvPr/>
          </p:nvSpPr>
          <p:spPr>
            <a:xfrm>
              <a:off x="5519636" y="3470383"/>
              <a:ext cx="180232" cy="265582"/>
            </a:xfrm>
            <a:custGeom>
              <a:avLst/>
              <a:gdLst>
                <a:gd name="csX0" fmla="*/ 52601 w 180232"/>
                <a:gd name="csY0" fmla="*/ 0 h 265582"/>
                <a:gd name="csX1" fmla="*/ 52601 w 180232"/>
                <a:gd name="csY1" fmla="*/ 100042 h 265582"/>
                <a:gd name="csX2" fmla="*/ 53722 w 180232"/>
                <a:gd name="csY2" fmla="*/ 100042 h 265582"/>
                <a:gd name="csX3" fmla="*/ 79406 w 180232"/>
                <a:gd name="csY3" fmla="*/ 75704 h 265582"/>
                <a:gd name="csX4" fmla="*/ 109912 w 180232"/>
                <a:gd name="csY4" fmla="*/ 68078 h 265582"/>
                <a:gd name="csX5" fmla="*/ 144680 w 180232"/>
                <a:gd name="csY5" fmla="*/ 73798 h 265582"/>
                <a:gd name="csX6" fmla="*/ 166101 w 180232"/>
                <a:gd name="csY6" fmla="*/ 89836 h 265582"/>
                <a:gd name="csX7" fmla="*/ 177092 w 180232"/>
                <a:gd name="csY7" fmla="*/ 114734 h 265582"/>
                <a:gd name="csX8" fmla="*/ 180233 w 180232"/>
                <a:gd name="csY8" fmla="*/ 147259 h 265582"/>
                <a:gd name="csX9" fmla="*/ 180233 w 180232"/>
                <a:gd name="csY9" fmla="*/ 265582 h 265582"/>
                <a:gd name="csX10" fmla="*/ 127408 w 180232"/>
                <a:gd name="csY10" fmla="*/ 265582 h 265582"/>
                <a:gd name="csX11" fmla="*/ 127408 w 180232"/>
                <a:gd name="csY11" fmla="*/ 157017 h 265582"/>
                <a:gd name="csX12" fmla="*/ 120006 w 180232"/>
                <a:gd name="csY12" fmla="*/ 121464 h 265582"/>
                <a:gd name="csX13" fmla="*/ 93649 w 180232"/>
                <a:gd name="csY13" fmla="*/ 109799 h 265582"/>
                <a:gd name="csX14" fmla="*/ 62470 w 180232"/>
                <a:gd name="csY14" fmla="*/ 122585 h 265582"/>
                <a:gd name="csX15" fmla="*/ 52825 w 180232"/>
                <a:gd name="csY15" fmla="*/ 164755 h 265582"/>
                <a:gd name="csX16" fmla="*/ 52825 w 180232"/>
                <a:gd name="csY16" fmla="*/ 265582 h 265582"/>
                <a:gd name="csX17" fmla="*/ 0 w 180232"/>
                <a:gd name="csY17" fmla="*/ 265582 h 265582"/>
                <a:gd name="csX18" fmla="*/ 0 w 180232"/>
                <a:gd name="csY18" fmla="*/ 0 h 265582"/>
                <a:gd name="csX19" fmla="*/ 52825 w 180232"/>
                <a:gd name="csY19" fmla="*/ 0 h 265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0232" h="265582">
                  <a:moveTo>
                    <a:pt x="52601" y="0"/>
                  </a:moveTo>
                  <a:lnTo>
                    <a:pt x="52601" y="100042"/>
                  </a:lnTo>
                  <a:lnTo>
                    <a:pt x="53722" y="100042"/>
                  </a:lnTo>
                  <a:cubicBezTo>
                    <a:pt x="60451" y="88939"/>
                    <a:pt x="68975" y="80751"/>
                    <a:pt x="79406" y="75704"/>
                  </a:cubicBezTo>
                  <a:cubicBezTo>
                    <a:pt x="89836" y="70657"/>
                    <a:pt x="100042" y="68078"/>
                    <a:pt x="109912" y="68078"/>
                  </a:cubicBezTo>
                  <a:cubicBezTo>
                    <a:pt x="124043" y="68078"/>
                    <a:pt x="135595" y="69984"/>
                    <a:pt x="144680" y="73798"/>
                  </a:cubicBezTo>
                  <a:cubicBezTo>
                    <a:pt x="153764" y="77611"/>
                    <a:pt x="160830" y="82994"/>
                    <a:pt x="166101" y="89836"/>
                  </a:cubicBezTo>
                  <a:cubicBezTo>
                    <a:pt x="171260" y="96677"/>
                    <a:pt x="174961" y="104977"/>
                    <a:pt x="177092" y="114734"/>
                  </a:cubicBezTo>
                  <a:cubicBezTo>
                    <a:pt x="179223" y="124492"/>
                    <a:pt x="180233" y="135371"/>
                    <a:pt x="180233" y="147259"/>
                  </a:cubicBezTo>
                  <a:lnTo>
                    <a:pt x="180233" y="265582"/>
                  </a:lnTo>
                  <a:lnTo>
                    <a:pt x="127408" y="265582"/>
                  </a:lnTo>
                  <a:lnTo>
                    <a:pt x="127408" y="157017"/>
                  </a:lnTo>
                  <a:cubicBezTo>
                    <a:pt x="127408" y="141203"/>
                    <a:pt x="124940" y="129314"/>
                    <a:pt x="120006" y="121464"/>
                  </a:cubicBezTo>
                  <a:cubicBezTo>
                    <a:pt x="115071" y="113613"/>
                    <a:pt x="106211" y="109799"/>
                    <a:pt x="93649" y="109799"/>
                  </a:cubicBezTo>
                  <a:cubicBezTo>
                    <a:pt x="79293" y="109799"/>
                    <a:pt x="68863" y="114061"/>
                    <a:pt x="62470" y="122585"/>
                  </a:cubicBezTo>
                  <a:cubicBezTo>
                    <a:pt x="55965" y="131109"/>
                    <a:pt x="52825" y="145240"/>
                    <a:pt x="52825" y="164755"/>
                  </a:cubicBezTo>
                  <a:lnTo>
                    <a:pt x="52825" y="265582"/>
                  </a:lnTo>
                  <a:lnTo>
                    <a:pt x="0" y="265582"/>
                  </a:lnTo>
                  <a:lnTo>
                    <a:pt x="0" y="0"/>
                  </a:lnTo>
                  <a:lnTo>
                    <a:pt x="52825" y="0"/>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3" name="Freeform: Shape 82">
              <a:extLst>
                <a:ext uri="{FF2B5EF4-FFF2-40B4-BE49-F238E27FC236}">
                  <a16:creationId xmlns:a16="http://schemas.microsoft.com/office/drawing/2014/main" id="{14C9C94D-38CC-367E-B31F-AD19E6C3B2AA}"/>
                </a:ext>
              </a:extLst>
            </p:cNvPr>
            <p:cNvSpPr/>
            <p:nvPr/>
          </p:nvSpPr>
          <p:spPr>
            <a:xfrm>
              <a:off x="5730824" y="3538461"/>
              <a:ext cx="191788" cy="202439"/>
            </a:xfrm>
            <a:custGeom>
              <a:avLst/>
              <a:gdLst>
                <a:gd name="csX0" fmla="*/ 65723 w 191788"/>
                <a:gd name="csY0" fmla="*/ 151409 h 202439"/>
                <a:gd name="csX1" fmla="*/ 99930 w 191788"/>
                <a:gd name="csY1" fmla="*/ 162961 h 202439"/>
                <a:gd name="csX2" fmla="*/ 127408 w 191788"/>
                <a:gd name="csY2" fmla="*/ 154998 h 202439"/>
                <a:gd name="csX3" fmla="*/ 141539 w 191788"/>
                <a:gd name="csY3" fmla="*/ 138062 h 202439"/>
                <a:gd name="csX4" fmla="*/ 188084 w 191788"/>
                <a:gd name="csY4" fmla="*/ 138062 h 202439"/>
                <a:gd name="csX5" fmla="*/ 153876 w 191788"/>
                <a:gd name="csY5" fmla="*/ 187523 h 202439"/>
                <a:gd name="csX6" fmla="*/ 98135 w 191788"/>
                <a:gd name="csY6" fmla="*/ 202439 h 202439"/>
                <a:gd name="csX7" fmla="*/ 57199 w 191788"/>
                <a:gd name="csY7" fmla="*/ 195149 h 202439"/>
                <a:gd name="csX8" fmla="*/ 26356 w 191788"/>
                <a:gd name="csY8" fmla="*/ 174513 h 202439"/>
                <a:gd name="csX9" fmla="*/ 6841 w 191788"/>
                <a:gd name="csY9" fmla="*/ 142549 h 202439"/>
                <a:gd name="csX10" fmla="*/ 0 w 191788"/>
                <a:gd name="csY10" fmla="*/ 101612 h 202439"/>
                <a:gd name="csX11" fmla="*/ 7066 w 191788"/>
                <a:gd name="csY11" fmla="*/ 61461 h 202439"/>
                <a:gd name="csX12" fmla="*/ 27141 w 191788"/>
                <a:gd name="csY12" fmla="*/ 29272 h 202439"/>
                <a:gd name="csX13" fmla="*/ 58208 w 191788"/>
                <a:gd name="csY13" fmla="*/ 7851 h 202439"/>
                <a:gd name="csX14" fmla="*/ 98135 w 191788"/>
                <a:gd name="csY14" fmla="*/ 0 h 202439"/>
                <a:gd name="csX15" fmla="*/ 140866 w 191788"/>
                <a:gd name="csY15" fmla="*/ 9533 h 202439"/>
                <a:gd name="csX16" fmla="*/ 170812 w 191788"/>
                <a:gd name="csY16" fmla="*/ 34992 h 202439"/>
                <a:gd name="csX17" fmla="*/ 187747 w 191788"/>
                <a:gd name="csY17" fmla="*/ 71443 h 202439"/>
                <a:gd name="csX18" fmla="*/ 191448 w 191788"/>
                <a:gd name="csY18" fmla="*/ 114174 h 202439"/>
                <a:gd name="csX19" fmla="*/ 52713 w 191788"/>
                <a:gd name="csY19" fmla="*/ 114174 h 202439"/>
                <a:gd name="csX20" fmla="*/ 65723 w 191788"/>
                <a:gd name="csY20" fmla="*/ 151409 h 202439"/>
                <a:gd name="csX21" fmla="*/ 125389 w 191788"/>
                <a:gd name="csY21" fmla="*/ 50245 h 202439"/>
                <a:gd name="csX22" fmla="*/ 96565 w 191788"/>
                <a:gd name="csY22" fmla="*/ 39815 h 202439"/>
                <a:gd name="csX23" fmla="*/ 75592 w 191788"/>
                <a:gd name="csY23" fmla="*/ 44077 h 202439"/>
                <a:gd name="csX24" fmla="*/ 62246 w 191788"/>
                <a:gd name="csY24" fmla="*/ 54619 h 202439"/>
                <a:gd name="csX25" fmla="*/ 55180 w 191788"/>
                <a:gd name="csY25" fmla="*/ 67966 h 202439"/>
                <a:gd name="csX26" fmla="*/ 52713 w 191788"/>
                <a:gd name="csY26" fmla="*/ 80639 h 202439"/>
                <a:gd name="csX27" fmla="*/ 138623 w 191788"/>
                <a:gd name="csY27" fmla="*/ 80639 h 202439"/>
                <a:gd name="csX28" fmla="*/ 125389 w 191788"/>
                <a:gd name="csY28" fmla="*/ 50133 h 2024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91788" h="202439">
                  <a:moveTo>
                    <a:pt x="65723" y="151409"/>
                  </a:moveTo>
                  <a:cubicBezTo>
                    <a:pt x="73686" y="159148"/>
                    <a:pt x="85013" y="162961"/>
                    <a:pt x="99930" y="162961"/>
                  </a:cubicBezTo>
                  <a:cubicBezTo>
                    <a:pt x="110585" y="162961"/>
                    <a:pt x="119781" y="160269"/>
                    <a:pt x="127408" y="154998"/>
                  </a:cubicBezTo>
                  <a:cubicBezTo>
                    <a:pt x="135147" y="149727"/>
                    <a:pt x="139857" y="144007"/>
                    <a:pt x="141539" y="138062"/>
                  </a:cubicBezTo>
                  <a:lnTo>
                    <a:pt x="188084" y="138062"/>
                  </a:lnTo>
                  <a:cubicBezTo>
                    <a:pt x="180681" y="161166"/>
                    <a:pt x="169241" y="177653"/>
                    <a:pt x="153876" y="187523"/>
                  </a:cubicBezTo>
                  <a:cubicBezTo>
                    <a:pt x="138511" y="197392"/>
                    <a:pt x="119893" y="202439"/>
                    <a:pt x="98135" y="202439"/>
                  </a:cubicBezTo>
                  <a:cubicBezTo>
                    <a:pt x="82994" y="202439"/>
                    <a:pt x="69424" y="200084"/>
                    <a:pt x="57199" y="195149"/>
                  </a:cubicBezTo>
                  <a:cubicBezTo>
                    <a:pt x="45086" y="190327"/>
                    <a:pt x="34768" y="183373"/>
                    <a:pt x="26356" y="174513"/>
                  </a:cubicBezTo>
                  <a:cubicBezTo>
                    <a:pt x="17945" y="165541"/>
                    <a:pt x="11440" y="154886"/>
                    <a:pt x="6841" y="142549"/>
                  </a:cubicBezTo>
                  <a:cubicBezTo>
                    <a:pt x="2243" y="130100"/>
                    <a:pt x="0" y="116529"/>
                    <a:pt x="0" y="101612"/>
                  </a:cubicBezTo>
                  <a:cubicBezTo>
                    <a:pt x="0" y="86696"/>
                    <a:pt x="2355" y="73798"/>
                    <a:pt x="7066" y="61461"/>
                  </a:cubicBezTo>
                  <a:cubicBezTo>
                    <a:pt x="11776" y="49012"/>
                    <a:pt x="18505" y="38357"/>
                    <a:pt x="27141" y="29272"/>
                  </a:cubicBezTo>
                  <a:cubicBezTo>
                    <a:pt x="35777" y="20188"/>
                    <a:pt x="46208" y="13122"/>
                    <a:pt x="58208" y="7851"/>
                  </a:cubicBezTo>
                  <a:cubicBezTo>
                    <a:pt x="70209" y="2692"/>
                    <a:pt x="83555" y="0"/>
                    <a:pt x="98135" y="0"/>
                  </a:cubicBezTo>
                  <a:cubicBezTo>
                    <a:pt x="114510" y="0"/>
                    <a:pt x="128754" y="3140"/>
                    <a:pt x="140866" y="9533"/>
                  </a:cubicBezTo>
                  <a:cubicBezTo>
                    <a:pt x="152979" y="15814"/>
                    <a:pt x="162961" y="24338"/>
                    <a:pt x="170812" y="34992"/>
                  </a:cubicBezTo>
                  <a:cubicBezTo>
                    <a:pt x="178662" y="45647"/>
                    <a:pt x="184270" y="57760"/>
                    <a:pt x="187747" y="71443"/>
                  </a:cubicBezTo>
                  <a:cubicBezTo>
                    <a:pt x="191224" y="85125"/>
                    <a:pt x="192458" y="99369"/>
                    <a:pt x="191448" y="114174"/>
                  </a:cubicBezTo>
                  <a:lnTo>
                    <a:pt x="52713" y="114174"/>
                  </a:lnTo>
                  <a:cubicBezTo>
                    <a:pt x="53498" y="131333"/>
                    <a:pt x="57760" y="143670"/>
                    <a:pt x="65723" y="151409"/>
                  </a:cubicBezTo>
                  <a:close/>
                  <a:moveTo>
                    <a:pt x="125389" y="50245"/>
                  </a:moveTo>
                  <a:cubicBezTo>
                    <a:pt x="119108" y="43292"/>
                    <a:pt x="109463" y="39815"/>
                    <a:pt x="96565" y="39815"/>
                  </a:cubicBezTo>
                  <a:cubicBezTo>
                    <a:pt x="88154" y="39815"/>
                    <a:pt x="81088" y="41273"/>
                    <a:pt x="75592" y="44077"/>
                  </a:cubicBezTo>
                  <a:cubicBezTo>
                    <a:pt x="70097" y="46881"/>
                    <a:pt x="65610" y="50470"/>
                    <a:pt x="62246" y="54619"/>
                  </a:cubicBezTo>
                  <a:cubicBezTo>
                    <a:pt x="58881" y="58881"/>
                    <a:pt x="56526" y="63255"/>
                    <a:pt x="55180" y="67966"/>
                  </a:cubicBezTo>
                  <a:cubicBezTo>
                    <a:pt x="53834" y="72676"/>
                    <a:pt x="53049" y="76938"/>
                    <a:pt x="52713" y="80639"/>
                  </a:cubicBezTo>
                  <a:lnTo>
                    <a:pt x="138623" y="80639"/>
                  </a:lnTo>
                  <a:cubicBezTo>
                    <a:pt x="136156" y="67293"/>
                    <a:pt x="131782" y="57087"/>
                    <a:pt x="125389" y="50133"/>
                  </a:cubicBez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4" name="Freeform: Shape 83">
              <a:extLst>
                <a:ext uri="{FF2B5EF4-FFF2-40B4-BE49-F238E27FC236}">
                  <a16:creationId xmlns:a16="http://schemas.microsoft.com/office/drawing/2014/main" id="{7F66E18F-6086-5705-23F0-5DDA9D235A8B}"/>
                </a:ext>
              </a:extLst>
            </p:cNvPr>
            <p:cNvSpPr/>
            <p:nvPr/>
          </p:nvSpPr>
          <p:spPr>
            <a:xfrm>
              <a:off x="5370695" y="3780267"/>
              <a:ext cx="123931" cy="265470"/>
            </a:xfrm>
            <a:custGeom>
              <a:avLst/>
              <a:gdLst>
                <a:gd name="csX0" fmla="*/ 0 w 123931"/>
                <a:gd name="csY0" fmla="*/ 108678 h 265470"/>
                <a:gd name="csX1" fmla="*/ 0 w 123931"/>
                <a:gd name="csY1" fmla="*/ 73349 h 265470"/>
                <a:gd name="csX2" fmla="*/ 31628 w 123931"/>
                <a:gd name="csY2" fmla="*/ 73349 h 265470"/>
                <a:gd name="csX3" fmla="*/ 31628 w 123931"/>
                <a:gd name="csY3" fmla="*/ 58433 h 265470"/>
                <a:gd name="csX4" fmla="*/ 47666 w 123931"/>
                <a:gd name="csY4" fmla="*/ 16375 h 265470"/>
                <a:gd name="csX5" fmla="*/ 96004 w 123931"/>
                <a:gd name="csY5" fmla="*/ 0 h 265470"/>
                <a:gd name="csX6" fmla="*/ 110136 w 123931"/>
                <a:gd name="csY6" fmla="*/ 561 h 265470"/>
                <a:gd name="csX7" fmla="*/ 123931 w 123931"/>
                <a:gd name="csY7" fmla="*/ 1458 h 265470"/>
                <a:gd name="csX8" fmla="*/ 123931 w 123931"/>
                <a:gd name="csY8" fmla="*/ 40824 h 265470"/>
                <a:gd name="csX9" fmla="*/ 104640 w 123931"/>
                <a:gd name="csY9" fmla="*/ 39703 h 265470"/>
                <a:gd name="csX10" fmla="*/ 89163 w 123931"/>
                <a:gd name="csY10" fmla="*/ 44750 h 265470"/>
                <a:gd name="csX11" fmla="*/ 84565 w 123931"/>
                <a:gd name="csY11" fmla="*/ 61685 h 265470"/>
                <a:gd name="csX12" fmla="*/ 84565 w 123931"/>
                <a:gd name="csY12" fmla="*/ 73237 h 265470"/>
                <a:gd name="csX13" fmla="*/ 121015 w 123931"/>
                <a:gd name="csY13" fmla="*/ 73237 h 265470"/>
                <a:gd name="csX14" fmla="*/ 121015 w 123931"/>
                <a:gd name="csY14" fmla="*/ 108566 h 265470"/>
                <a:gd name="csX15" fmla="*/ 84565 w 123931"/>
                <a:gd name="csY15" fmla="*/ 108566 h 265470"/>
                <a:gd name="csX16" fmla="*/ 84565 w 123931"/>
                <a:gd name="csY16" fmla="*/ 265470 h 265470"/>
                <a:gd name="csX17" fmla="*/ 31740 w 123931"/>
                <a:gd name="csY17" fmla="*/ 265470 h 265470"/>
                <a:gd name="csX18" fmla="*/ 31740 w 123931"/>
                <a:gd name="csY18" fmla="*/ 108566 h 265470"/>
                <a:gd name="csX19" fmla="*/ 112 w 123931"/>
                <a:gd name="csY19" fmla="*/ 108566 h 2654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931" h="265470">
                  <a:moveTo>
                    <a:pt x="0" y="108678"/>
                  </a:moveTo>
                  <a:lnTo>
                    <a:pt x="0" y="73349"/>
                  </a:lnTo>
                  <a:lnTo>
                    <a:pt x="31628" y="73349"/>
                  </a:lnTo>
                  <a:lnTo>
                    <a:pt x="31628" y="58433"/>
                  </a:lnTo>
                  <a:cubicBezTo>
                    <a:pt x="31628" y="41273"/>
                    <a:pt x="37011" y="27366"/>
                    <a:pt x="47666" y="16375"/>
                  </a:cubicBezTo>
                  <a:cubicBezTo>
                    <a:pt x="58320" y="5496"/>
                    <a:pt x="74471" y="0"/>
                    <a:pt x="96004" y="0"/>
                  </a:cubicBezTo>
                  <a:cubicBezTo>
                    <a:pt x="100715" y="0"/>
                    <a:pt x="105425" y="224"/>
                    <a:pt x="110136" y="561"/>
                  </a:cubicBezTo>
                  <a:cubicBezTo>
                    <a:pt x="114847" y="897"/>
                    <a:pt x="119445" y="1234"/>
                    <a:pt x="123931" y="1458"/>
                  </a:cubicBezTo>
                  <a:lnTo>
                    <a:pt x="123931" y="40824"/>
                  </a:lnTo>
                  <a:cubicBezTo>
                    <a:pt x="117762" y="40039"/>
                    <a:pt x="111257" y="39703"/>
                    <a:pt x="104640" y="39703"/>
                  </a:cubicBezTo>
                  <a:cubicBezTo>
                    <a:pt x="97463" y="39703"/>
                    <a:pt x="92303" y="41385"/>
                    <a:pt x="89163" y="44750"/>
                  </a:cubicBezTo>
                  <a:cubicBezTo>
                    <a:pt x="86023" y="48114"/>
                    <a:pt x="84565" y="53722"/>
                    <a:pt x="84565" y="61685"/>
                  </a:cubicBezTo>
                  <a:lnTo>
                    <a:pt x="84565" y="73237"/>
                  </a:lnTo>
                  <a:lnTo>
                    <a:pt x="121015" y="73237"/>
                  </a:lnTo>
                  <a:lnTo>
                    <a:pt x="121015" y="108566"/>
                  </a:lnTo>
                  <a:lnTo>
                    <a:pt x="84565" y="108566"/>
                  </a:lnTo>
                  <a:lnTo>
                    <a:pt x="84565" y="265470"/>
                  </a:lnTo>
                  <a:lnTo>
                    <a:pt x="31740" y="265470"/>
                  </a:lnTo>
                  <a:lnTo>
                    <a:pt x="31740" y="108566"/>
                  </a:lnTo>
                  <a:lnTo>
                    <a:pt x="112" y="108566"/>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5" name="Freeform: Shape 84">
              <a:extLst>
                <a:ext uri="{FF2B5EF4-FFF2-40B4-BE49-F238E27FC236}">
                  <a16:creationId xmlns:a16="http://schemas.microsoft.com/office/drawing/2014/main" id="{2A5C2E17-DD3E-065F-DFD9-E9A8C2B8117C}"/>
                </a:ext>
              </a:extLst>
            </p:cNvPr>
            <p:cNvSpPr/>
            <p:nvPr/>
          </p:nvSpPr>
          <p:spPr>
            <a:xfrm>
              <a:off x="5503374" y="3853616"/>
              <a:ext cx="180344" cy="197055"/>
            </a:xfrm>
            <a:custGeom>
              <a:avLst/>
              <a:gdLst>
                <a:gd name="csX0" fmla="*/ 130212 w 180344"/>
                <a:gd name="csY0" fmla="*/ 192233 h 197055"/>
                <a:gd name="csX1" fmla="*/ 130212 w 180344"/>
                <a:gd name="csY1" fmla="*/ 165428 h 197055"/>
                <a:gd name="csX2" fmla="*/ 129090 w 180344"/>
                <a:gd name="csY2" fmla="*/ 165428 h 197055"/>
                <a:gd name="csX3" fmla="*/ 103070 w 180344"/>
                <a:gd name="csY3" fmla="*/ 189654 h 197055"/>
                <a:gd name="csX4" fmla="*/ 70321 w 180344"/>
                <a:gd name="csY4" fmla="*/ 197056 h 197055"/>
                <a:gd name="csX5" fmla="*/ 35553 w 180344"/>
                <a:gd name="csY5" fmla="*/ 191448 h 197055"/>
                <a:gd name="csX6" fmla="*/ 14131 w 180344"/>
                <a:gd name="csY6" fmla="*/ 175634 h 197055"/>
                <a:gd name="csX7" fmla="*/ 3140 w 180344"/>
                <a:gd name="csY7" fmla="*/ 150736 h 197055"/>
                <a:gd name="csX8" fmla="*/ 0 w 180344"/>
                <a:gd name="csY8" fmla="*/ 118211 h 197055"/>
                <a:gd name="csX9" fmla="*/ 0 w 180344"/>
                <a:gd name="csY9" fmla="*/ 0 h 197055"/>
                <a:gd name="csX10" fmla="*/ 52825 w 180344"/>
                <a:gd name="csY10" fmla="*/ 0 h 197055"/>
                <a:gd name="csX11" fmla="*/ 52825 w 180344"/>
                <a:gd name="csY11" fmla="*/ 108566 h 197055"/>
                <a:gd name="csX12" fmla="*/ 60227 w 180344"/>
                <a:gd name="csY12" fmla="*/ 144119 h 197055"/>
                <a:gd name="csX13" fmla="*/ 86696 w 180344"/>
                <a:gd name="csY13" fmla="*/ 155783 h 197055"/>
                <a:gd name="csX14" fmla="*/ 117875 w 180344"/>
                <a:gd name="csY14" fmla="*/ 142997 h 197055"/>
                <a:gd name="csX15" fmla="*/ 127520 w 180344"/>
                <a:gd name="csY15" fmla="*/ 100827 h 197055"/>
                <a:gd name="csX16" fmla="*/ 127520 w 180344"/>
                <a:gd name="csY16" fmla="*/ 0 h 197055"/>
                <a:gd name="csX17" fmla="*/ 180345 w 180344"/>
                <a:gd name="csY17" fmla="*/ 0 h 197055"/>
                <a:gd name="csX18" fmla="*/ 180345 w 180344"/>
                <a:gd name="csY18" fmla="*/ 192233 h 197055"/>
                <a:gd name="csX19" fmla="*/ 130099 w 180344"/>
                <a:gd name="csY19" fmla="*/ 192233 h 1970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0344" h="197055">
                  <a:moveTo>
                    <a:pt x="130212" y="192233"/>
                  </a:moveTo>
                  <a:lnTo>
                    <a:pt x="130212" y="165428"/>
                  </a:lnTo>
                  <a:lnTo>
                    <a:pt x="129090" y="165428"/>
                  </a:lnTo>
                  <a:cubicBezTo>
                    <a:pt x="122361" y="176644"/>
                    <a:pt x="113725" y="184607"/>
                    <a:pt x="103070" y="189654"/>
                  </a:cubicBezTo>
                  <a:cubicBezTo>
                    <a:pt x="92415" y="194588"/>
                    <a:pt x="81536" y="197056"/>
                    <a:pt x="70321" y="197056"/>
                  </a:cubicBezTo>
                  <a:cubicBezTo>
                    <a:pt x="56189" y="197056"/>
                    <a:pt x="44638" y="195149"/>
                    <a:pt x="35553" y="191448"/>
                  </a:cubicBezTo>
                  <a:cubicBezTo>
                    <a:pt x="26469" y="187747"/>
                    <a:pt x="19403" y="182476"/>
                    <a:pt x="14131" y="175634"/>
                  </a:cubicBezTo>
                  <a:cubicBezTo>
                    <a:pt x="8860" y="168793"/>
                    <a:pt x="5271" y="160493"/>
                    <a:pt x="3140" y="150736"/>
                  </a:cubicBezTo>
                  <a:cubicBezTo>
                    <a:pt x="1009" y="140978"/>
                    <a:pt x="0" y="130099"/>
                    <a:pt x="0" y="118211"/>
                  </a:cubicBezTo>
                  <a:lnTo>
                    <a:pt x="0" y="0"/>
                  </a:lnTo>
                  <a:lnTo>
                    <a:pt x="52825" y="0"/>
                  </a:lnTo>
                  <a:lnTo>
                    <a:pt x="52825" y="108566"/>
                  </a:lnTo>
                  <a:cubicBezTo>
                    <a:pt x="52825" y="124380"/>
                    <a:pt x="55292" y="136268"/>
                    <a:pt x="60227" y="144119"/>
                  </a:cubicBezTo>
                  <a:cubicBezTo>
                    <a:pt x="65162" y="151970"/>
                    <a:pt x="74022" y="155783"/>
                    <a:pt x="86696" y="155783"/>
                  </a:cubicBezTo>
                  <a:cubicBezTo>
                    <a:pt x="101051" y="155783"/>
                    <a:pt x="111482" y="151521"/>
                    <a:pt x="117875" y="142997"/>
                  </a:cubicBezTo>
                  <a:cubicBezTo>
                    <a:pt x="124267" y="134473"/>
                    <a:pt x="127520" y="120342"/>
                    <a:pt x="127520" y="100827"/>
                  </a:cubicBezTo>
                  <a:lnTo>
                    <a:pt x="127520" y="0"/>
                  </a:lnTo>
                  <a:lnTo>
                    <a:pt x="180345" y="0"/>
                  </a:lnTo>
                  <a:lnTo>
                    <a:pt x="180345" y="192233"/>
                  </a:lnTo>
                  <a:lnTo>
                    <a:pt x="130099" y="192233"/>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6" name="Freeform: Shape 85">
              <a:extLst>
                <a:ext uri="{FF2B5EF4-FFF2-40B4-BE49-F238E27FC236}">
                  <a16:creationId xmlns:a16="http://schemas.microsoft.com/office/drawing/2014/main" id="{ED1B4C47-E8A4-8F68-517F-BDD52A5219AB}"/>
                </a:ext>
              </a:extLst>
            </p:cNvPr>
            <p:cNvSpPr/>
            <p:nvPr/>
          </p:nvSpPr>
          <p:spPr>
            <a:xfrm>
              <a:off x="5695046" y="3795968"/>
              <a:ext cx="123482" cy="251787"/>
            </a:xfrm>
            <a:custGeom>
              <a:avLst/>
              <a:gdLst>
                <a:gd name="csX0" fmla="*/ 123482 w 123482"/>
                <a:gd name="csY0" fmla="*/ 57648 h 251787"/>
                <a:gd name="csX1" fmla="*/ 123482 w 123482"/>
                <a:gd name="csY1" fmla="*/ 92976 h 251787"/>
                <a:gd name="csX2" fmla="*/ 84789 w 123482"/>
                <a:gd name="csY2" fmla="*/ 92976 h 251787"/>
                <a:gd name="csX3" fmla="*/ 84789 w 123482"/>
                <a:gd name="csY3" fmla="*/ 188196 h 251787"/>
                <a:gd name="csX4" fmla="*/ 89275 w 123482"/>
                <a:gd name="csY4" fmla="*/ 206028 h 251787"/>
                <a:gd name="csX5" fmla="*/ 107108 w 123482"/>
                <a:gd name="csY5" fmla="*/ 210514 h 251787"/>
                <a:gd name="csX6" fmla="*/ 115632 w 123482"/>
                <a:gd name="csY6" fmla="*/ 210178 h 251787"/>
                <a:gd name="csX7" fmla="*/ 123482 w 123482"/>
                <a:gd name="csY7" fmla="*/ 209056 h 251787"/>
                <a:gd name="csX8" fmla="*/ 123482 w 123482"/>
                <a:gd name="csY8" fmla="*/ 249993 h 251787"/>
                <a:gd name="csX9" fmla="*/ 108566 w 123482"/>
                <a:gd name="csY9" fmla="*/ 251451 h 251787"/>
                <a:gd name="csX10" fmla="*/ 92528 w 123482"/>
                <a:gd name="csY10" fmla="*/ 251787 h 251787"/>
                <a:gd name="csX11" fmla="*/ 69312 w 123482"/>
                <a:gd name="csY11" fmla="*/ 250105 h 251787"/>
                <a:gd name="csX12" fmla="*/ 50021 w 123482"/>
                <a:gd name="csY12" fmla="*/ 243600 h 251787"/>
                <a:gd name="csX13" fmla="*/ 36787 w 123482"/>
                <a:gd name="csY13" fmla="*/ 229805 h 251787"/>
                <a:gd name="csX14" fmla="*/ 31964 w 123482"/>
                <a:gd name="csY14" fmla="*/ 206365 h 251787"/>
                <a:gd name="csX15" fmla="*/ 31964 w 123482"/>
                <a:gd name="csY15" fmla="*/ 92976 h 251787"/>
                <a:gd name="csX16" fmla="*/ 0 w 123482"/>
                <a:gd name="csY16" fmla="*/ 92976 h 251787"/>
                <a:gd name="csX17" fmla="*/ 0 w 123482"/>
                <a:gd name="csY17" fmla="*/ 57648 h 251787"/>
                <a:gd name="csX18" fmla="*/ 31964 w 123482"/>
                <a:gd name="csY18" fmla="*/ 57648 h 251787"/>
                <a:gd name="csX19" fmla="*/ 31964 w 123482"/>
                <a:gd name="csY19" fmla="*/ 0 h 251787"/>
                <a:gd name="csX20" fmla="*/ 84789 w 123482"/>
                <a:gd name="csY20" fmla="*/ 0 h 251787"/>
                <a:gd name="csX21" fmla="*/ 84789 w 123482"/>
                <a:gd name="csY21" fmla="*/ 57648 h 251787"/>
                <a:gd name="csX22" fmla="*/ 123482 w 123482"/>
                <a:gd name="csY22" fmla="*/ 57648 h 2517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23482" h="251787">
                  <a:moveTo>
                    <a:pt x="123482" y="57648"/>
                  </a:moveTo>
                  <a:lnTo>
                    <a:pt x="123482" y="92976"/>
                  </a:lnTo>
                  <a:lnTo>
                    <a:pt x="84789" y="92976"/>
                  </a:lnTo>
                  <a:lnTo>
                    <a:pt x="84789" y="188196"/>
                  </a:lnTo>
                  <a:cubicBezTo>
                    <a:pt x="84789" y="197168"/>
                    <a:pt x="86247" y="203112"/>
                    <a:pt x="89275" y="206028"/>
                  </a:cubicBezTo>
                  <a:cubicBezTo>
                    <a:pt x="92303" y="209056"/>
                    <a:pt x="98247" y="210514"/>
                    <a:pt x="107108" y="210514"/>
                  </a:cubicBezTo>
                  <a:cubicBezTo>
                    <a:pt x="110136" y="210514"/>
                    <a:pt x="112940" y="210402"/>
                    <a:pt x="115632" y="210178"/>
                  </a:cubicBezTo>
                  <a:cubicBezTo>
                    <a:pt x="118323" y="209954"/>
                    <a:pt x="120903" y="209505"/>
                    <a:pt x="123482" y="209056"/>
                  </a:cubicBezTo>
                  <a:lnTo>
                    <a:pt x="123482" y="249993"/>
                  </a:lnTo>
                  <a:cubicBezTo>
                    <a:pt x="118996" y="250778"/>
                    <a:pt x="114061" y="251227"/>
                    <a:pt x="108566" y="251451"/>
                  </a:cubicBezTo>
                  <a:cubicBezTo>
                    <a:pt x="103070" y="251675"/>
                    <a:pt x="97799" y="251787"/>
                    <a:pt x="92528" y="251787"/>
                  </a:cubicBezTo>
                  <a:cubicBezTo>
                    <a:pt x="84340" y="251787"/>
                    <a:pt x="76602" y="251227"/>
                    <a:pt x="69312" y="250105"/>
                  </a:cubicBezTo>
                  <a:cubicBezTo>
                    <a:pt x="62022" y="248984"/>
                    <a:pt x="55517" y="246853"/>
                    <a:pt x="50021" y="243600"/>
                  </a:cubicBezTo>
                  <a:cubicBezTo>
                    <a:pt x="44413" y="240348"/>
                    <a:pt x="40039" y="235749"/>
                    <a:pt x="36787" y="229805"/>
                  </a:cubicBezTo>
                  <a:cubicBezTo>
                    <a:pt x="33534" y="223861"/>
                    <a:pt x="31964" y="216010"/>
                    <a:pt x="31964" y="206365"/>
                  </a:cubicBezTo>
                  <a:lnTo>
                    <a:pt x="31964" y="92976"/>
                  </a:lnTo>
                  <a:lnTo>
                    <a:pt x="0" y="92976"/>
                  </a:lnTo>
                  <a:lnTo>
                    <a:pt x="0" y="57648"/>
                  </a:lnTo>
                  <a:lnTo>
                    <a:pt x="31964" y="57648"/>
                  </a:lnTo>
                  <a:lnTo>
                    <a:pt x="31964" y="0"/>
                  </a:lnTo>
                  <a:lnTo>
                    <a:pt x="84789" y="0"/>
                  </a:lnTo>
                  <a:lnTo>
                    <a:pt x="84789" y="57648"/>
                  </a:lnTo>
                  <a:lnTo>
                    <a:pt x="123482" y="57648"/>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7" name="Freeform: Shape 86">
              <a:extLst>
                <a:ext uri="{FF2B5EF4-FFF2-40B4-BE49-F238E27FC236}">
                  <a16:creationId xmlns:a16="http://schemas.microsoft.com/office/drawing/2014/main" id="{96A62C34-6AF7-0E7F-A95A-DAC7C14D1A6C}"/>
                </a:ext>
              </a:extLst>
            </p:cNvPr>
            <p:cNvSpPr/>
            <p:nvPr/>
          </p:nvSpPr>
          <p:spPr>
            <a:xfrm>
              <a:off x="5832548" y="3853616"/>
              <a:ext cx="180344" cy="197055"/>
            </a:xfrm>
            <a:custGeom>
              <a:avLst/>
              <a:gdLst>
                <a:gd name="csX0" fmla="*/ 130212 w 180344"/>
                <a:gd name="csY0" fmla="*/ 192233 h 197055"/>
                <a:gd name="csX1" fmla="*/ 130212 w 180344"/>
                <a:gd name="csY1" fmla="*/ 165428 h 197055"/>
                <a:gd name="csX2" fmla="*/ 129090 w 180344"/>
                <a:gd name="csY2" fmla="*/ 165428 h 197055"/>
                <a:gd name="csX3" fmla="*/ 103070 w 180344"/>
                <a:gd name="csY3" fmla="*/ 189654 h 197055"/>
                <a:gd name="csX4" fmla="*/ 70321 w 180344"/>
                <a:gd name="csY4" fmla="*/ 197056 h 197055"/>
                <a:gd name="csX5" fmla="*/ 35553 w 180344"/>
                <a:gd name="csY5" fmla="*/ 191448 h 197055"/>
                <a:gd name="csX6" fmla="*/ 14132 w 180344"/>
                <a:gd name="csY6" fmla="*/ 175634 h 197055"/>
                <a:gd name="csX7" fmla="*/ 3140 w 180344"/>
                <a:gd name="csY7" fmla="*/ 150736 h 197055"/>
                <a:gd name="csX8" fmla="*/ 0 w 180344"/>
                <a:gd name="csY8" fmla="*/ 118211 h 197055"/>
                <a:gd name="csX9" fmla="*/ 0 w 180344"/>
                <a:gd name="csY9" fmla="*/ 0 h 197055"/>
                <a:gd name="csX10" fmla="*/ 52825 w 180344"/>
                <a:gd name="csY10" fmla="*/ 0 h 197055"/>
                <a:gd name="csX11" fmla="*/ 52825 w 180344"/>
                <a:gd name="csY11" fmla="*/ 108566 h 197055"/>
                <a:gd name="csX12" fmla="*/ 60227 w 180344"/>
                <a:gd name="csY12" fmla="*/ 144119 h 197055"/>
                <a:gd name="csX13" fmla="*/ 86696 w 180344"/>
                <a:gd name="csY13" fmla="*/ 155783 h 197055"/>
                <a:gd name="csX14" fmla="*/ 117875 w 180344"/>
                <a:gd name="csY14" fmla="*/ 142997 h 197055"/>
                <a:gd name="csX15" fmla="*/ 127520 w 180344"/>
                <a:gd name="csY15" fmla="*/ 100827 h 197055"/>
                <a:gd name="csX16" fmla="*/ 127520 w 180344"/>
                <a:gd name="csY16" fmla="*/ 0 h 197055"/>
                <a:gd name="csX17" fmla="*/ 180345 w 180344"/>
                <a:gd name="csY17" fmla="*/ 0 h 197055"/>
                <a:gd name="csX18" fmla="*/ 180345 w 180344"/>
                <a:gd name="csY18" fmla="*/ 192233 h 197055"/>
                <a:gd name="csX19" fmla="*/ 130100 w 180344"/>
                <a:gd name="csY19" fmla="*/ 192233 h 1970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0344" h="197055">
                  <a:moveTo>
                    <a:pt x="130212" y="192233"/>
                  </a:moveTo>
                  <a:lnTo>
                    <a:pt x="130212" y="165428"/>
                  </a:lnTo>
                  <a:lnTo>
                    <a:pt x="129090" y="165428"/>
                  </a:lnTo>
                  <a:cubicBezTo>
                    <a:pt x="122361" y="176644"/>
                    <a:pt x="113725" y="184607"/>
                    <a:pt x="103070" y="189654"/>
                  </a:cubicBezTo>
                  <a:cubicBezTo>
                    <a:pt x="92416" y="194588"/>
                    <a:pt x="81537" y="197056"/>
                    <a:pt x="70321" y="197056"/>
                  </a:cubicBezTo>
                  <a:cubicBezTo>
                    <a:pt x="56190" y="197056"/>
                    <a:pt x="44638" y="195149"/>
                    <a:pt x="35553" y="191448"/>
                  </a:cubicBezTo>
                  <a:cubicBezTo>
                    <a:pt x="26469" y="187747"/>
                    <a:pt x="19403" y="182476"/>
                    <a:pt x="14132" y="175634"/>
                  </a:cubicBezTo>
                  <a:cubicBezTo>
                    <a:pt x="8860" y="168793"/>
                    <a:pt x="5271" y="160493"/>
                    <a:pt x="3140" y="150736"/>
                  </a:cubicBezTo>
                  <a:cubicBezTo>
                    <a:pt x="1010" y="140978"/>
                    <a:pt x="0" y="130099"/>
                    <a:pt x="0" y="118211"/>
                  </a:cubicBezTo>
                  <a:lnTo>
                    <a:pt x="0" y="0"/>
                  </a:lnTo>
                  <a:lnTo>
                    <a:pt x="52825" y="0"/>
                  </a:lnTo>
                  <a:lnTo>
                    <a:pt x="52825" y="108566"/>
                  </a:lnTo>
                  <a:cubicBezTo>
                    <a:pt x="52825" y="124380"/>
                    <a:pt x="55292" y="136268"/>
                    <a:pt x="60227" y="144119"/>
                  </a:cubicBezTo>
                  <a:cubicBezTo>
                    <a:pt x="65162" y="151970"/>
                    <a:pt x="74022" y="155783"/>
                    <a:pt x="86696" y="155783"/>
                  </a:cubicBezTo>
                  <a:cubicBezTo>
                    <a:pt x="101052" y="155783"/>
                    <a:pt x="111482" y="151521"/>
                    <a:pt x="117875" y="142997"/>
                  </a:cubicBezTo>
                  <a:cubicBezTo>
                    <a:pt x="124267" y="134473"/>
                    <a:pt x="127520" y="120342"/>
                    <a:pt x="127520" y="100827"/>
                  </a:cubicBezTo>
                  <a:lnTo>
                    <a:pt x="127520" y="0"/>
                  </a:lnTo>
                  <a:lnTo>
                    <a:pt x="180345" y="0"/>
                  </a:lnTo>
                  <a:lnTo>
                    <a:pt x="180345" y="192233"/>
                  </a:lnTo>
                  <a:lnTo>
                    <a:pt x="130100" y="192233"/>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8" name="Freeform: Shape 87">
              <a:extLst>
                <a:ext uri="{FF2B5EF4-FFF2-40B4-BE49-F238E27FC236}">
                  <a16:creationId xmlns:a16="http://schemas.microsoft.com/office/drawing/2014/main" id="{5E0A71C9-F702-6B80-C85E-5E138E031A1D}"/>
                </a:ext>
              </a:extLst>
            </p:cNvPr>
            <p:cNvSpPr/>
            <p:nvPr/>
          </p:nvSpPr>
          <p:spPr>
            <a:xfrm>
              <a:off x="6042053" y="3848233"/>
              <a:ext cx="123818" cy="197504"/>
            </a:xfrm>
            <a:custGeom>
              <a:avLst/>
              <a:gdLst>
                <a:gd name="csX0" fmla="*/ 50133 w 123818"/>
                <a:gd name="csY0" fmla="*/ 5383 h 197504"/>
                <a:gd name="csX1" fmla="*/ 50133 w 123818"/>
                <a:gd name="csY1" fmla="*/ 41049 h 197504"/>
                <a:gd name="csX2" fmla="*/ 50918 w 123818"/>
                <a:gd name="csY2" fmla="*/ 41049 h 197504"/>
                <a:gd name="csX3" fmla="*/ 61012 w 123818"/>
                <a:gd name="csY3" fmla="*/ 24450 h 197504"/>
                <a:gd name="csX4" fmla="*/ 75480 w 123818"/>
                <a:gd name="csY4" fmla="*/ 11440 h 197504"/>
                <a:gd name="csX5" fmla="*/ 92976 w 123818"/>
                <a:gd name="csY5" fmla="*/ 3028 h 197504"/>
                <a:gd name="csX6" fmla="*/ 112267 w 123818"/>
                <a:gd name="csY6" fmla="*/ 0 h 197504"/>
                <a:gd name="csX7" fmla="*/ 123819 w 123818"/>
                <a:gd name="csY7" fmla="*/ 1907 h 197504"/>
                <a:gd name="csX8" fmla="*/ 123819 w 123818"/>
                <a:gd name="csY8" fmla="*/ 51030 h 197504"/>
                <a:gd name="csX9" fmla="*/ 114846 w 123818"/>
                <a:gd name="csY9" fmla="*/ 49684 h 197504"/>
                <a:gd name="csX10" fmla="*/ 104865 w 123818"/>
                <a:gd name="csY10" fmla="*/ 49124 h 197504"/>
                <a:gd name="csX11" fmla="*/ 80303 w 123818"/>
                <a:gd name="csY11" fmla="*/ 53946 h 197504"/>
                <a:gd name="csX12" fmla="*/ 64153 w 123818"/>
                <a:gd name="csY12" fmla="*/ 67181 h 197504"/>
                <a:gd name="csX13" fmla="*/ 55404 w 123818"/>
                <a:gd name="csY13" fmla="*/ 86696 h 197504"/>
                <a:gd name="csX14" fmla="*/ 52825 w 123818"/>
                <a:gd name="csY14" fmla="*/ 110809 h 197504"/>
                <a:gd name="csX15" fmla="*/ 52825 w 123818"/>
                <a:gd name="csY15" fmla="*/ 197504 h 197504"/>
                <a:gd name="csX16" fmla="*/ 0 w 123818"/>
                <a:gd name="csY16" fmla="*/ 197504 h 197504"/>
                <a:gd name="csX17" fmla="*/ 0 w 123818"/>
                <a:gd name="csY17" fmla="*/ 5271 h 197504"/>
                <a:gd name="csX18" fmla="*/ 50245 w 123818"/>
                <a:gd name="csY18" fmla="*/ 5271 h 1975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3818" h="197504">
                  <a:moveTo>
                    <a:pt x="50133" y="5383"/>
                  </a:moveTo>
                  <a:lnTo>
                    <a:pt x="50133" y="41049"/>
                  </a:lnTo>
                  <a:lnTo>
                    <a:pt x="50918" y="41049"/>
                  </a:lnTo>
                  <a:cubicBezTo>
                    <a:pt x="53386" y="35104"/>
                    <a:pt x="56750" y="29609"/>
                    <a:pt x="61012" y="24450"/>
                  </a:cubicBezTo>
                  <a:cubicBezTo>
                    <a:pt x="65162" y="19403"/>
                    <a:pt x="70097" y="15029"/>
                    <a:pt x="75480" y="11440"/>
                  </a:cubicBezTo>
                  <a:cubicBezTo>
                    <a:pt x="80976" y="7851"/>
                    <a:pt x="86696" y="5047"/>
                    <a:pt x="92976" y="3028"/>
                  </a:cubicBezTo>
                  <a:cubicBezTo>
                    <a:pt x="99145" y="1009"/>
                    <a:pt x="105650" y="0"/>
                    <a:pt x="112267" y="0"/>
                  </a:cubicBezTo>
                  <a:cubicBezTo>
                    <a:pt x="115744" y="0"/>
                    <a:pt x="119557" y="673"/>
                    <a:pt x="123819" y="1907"/>
                  </a:cubicBezTo>
                  <a:lnTo>
                    <a:pt x="123819" y="51030"/>
                  </a:lnTo>
                  <a:cubicBezTo>
                    <a:pt x="121351" y="50582"/>
                    <a:pt x="118323" y="50133"/>
                    <a:pt x="114846" y="49684"/>
                  </a:cubicBezTo>
                  <a:cubicBezTo>
                    <a:pt x="111370" y="49348"/>
                    <a:pt x="108005" y="49124"/>
                    <a:pt x="104865" y="49124"/>
                  </a:cubicBezTo>
                  <a:cubicBezTo>
                    <a:pt x="95219" y="49124"/>
                    <a:pt x="87032" y="50694"/>
                    <a:pt x="80303" y="53946"/>
                  </a:cubicBezTo>
                  <a:cubicBezTo>
                    <a:pt x="73573" y="57199"/>
                    <a:pt x="68190" y="61573"/>
                    <a:pt x="64153" y="67181"/>
                  </a:cubicBezTo>
                  <a:cubicBezTo>
                    <a:pt x="60115" y="72788"/>
                    <a:pt x="57087" y="79293"/>
                    <a:pt x="55404" y="86696"/>
                  </a:cubicBezTo>
                  <a:cubicBezTo>
                    <a:pt x="53610" y="94098"/>
                    <a:pt x="52825" y="102173"/>
                    <a:pt x="52825" y="110809"/>
                  </a:cubicBezTo>
                  <a:lnTo>
                    <a:pt x="52825" y="197504"/>
                  </a:lnTo>
                  <a:lnTo>
                    <a:pt x="0" y="197504"/>
                  </a:lnTo>
                  <a:lnTo>
                    <a:pt x="0" y="5271"/>
                  </a:lnTo>
                  <a:lnTo>
                    <a:pt x="50245" y="5271"/>
                  </a:ln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sp>
          <p:nvSpPr>
            <p:cNvPr id="19" name="Freeform: Shape 88">
              <a:extLst>
                <a:ext uri="{FF2B5EF4-FFF2-40B4-BE49-F238E27FC236}">
                  <a16:creationId xmlns:a16="http://schemas.microsoft.com/office/drawing/2014/main" id="{C6DDBCC1-AA5C-4BFA-5590-A491258D3ED4}"/>
                </a:ext>
              </a:extLst>
            </p:cNvPr>
            <p:cNvSpPr/>
            <p:nvPr/>
          </p:nvSpPr>
          <p:spPr>
            <a:xfrm>
              <a:off x="6159591" y="3848345"/>
              <a:ext cx="191788" cy="202439"/>
            </a:xfrm>
            <a:custGeom>
              <a:avLst/>
              <a:gdLst>
                <a:gd name="csX0" fmla="*/ 65723 w 191788"/>
                <a:gd name="csY0" fmla="*/ 151409 h 202439"/>
                <a:gd name="csX1" fmla="*/ 99930 w 191788"/>
                <a:gd name="csY1" fmla="*/ 162961 h 202439"/>
                <a:gd name="csX2" fmla="*/ 127408 w 191788"/>
                <a:gd name="csY2" fmla="*/ 154998 h 202439"/>
                <a:gd name="csX3" fmla="*/ 141539 w 191788"/>
                <a:gd name="csY3" fmla="*/ 138062 h 202439"/>
                <a:gd name="csX4" fmla="*/ 188084 w 191788"/>
                <a:gd name="csY4" fmla="*/ 138062 h 202439"/>
                <a:gd name="csX5" fmla="*/ 153876 w 191788"/>
                <a:gd name="csY5" fmla="*/ 187523 h 202439"/>
                <a:gd name="csX6" fmla="*/ 98135 w 191788"/>
                <a:gd name="csY6" fmla="*/ 202439 h 202439"/>
                <a:gd name="csX7" fmla="*/ 57199 w 191788"/>
                <a:gd name="csY7" fmla="*/ 195149 h 202439"/>
                <a:gd name="csX8" fmla="*/ 26356 w 191788"/>
                <a:gd name="csY8" fmla="*/ 174513 h 202439"/>
                <a:gd name="csX9" fmla="*/ 6841 w 191788"/>
                <a:gd name="csY9" fmla="*/ 142549 h 202439"/>
                <a:gd name="csX10" fmla="*/ 0 w 191788"/>
                <a:gd name="csY10" fmla="*/ 101612 h 202439"/>
                <a:gd name="csX11" fmla="*/ 7066 w 191788"/>
                <a:gd name="csY11" fmla="*/ 61461 h 202439"/>
                <a:gd name="csX12" fmla="*/ 27141 w 191788"/>
                <a:gd name="csY12" fmla="*/ 29272 h 202439"/>
                <a:gd name="csX13" fmla="*/ 58208 w 191788"/>
                <a:gd name="csY13" fmla="*/ 7851 h 202439"/>
                <a:gd name="csX14" fmla="*/ 98135 w 191788"/>
                <a:gd name="csY14" fmla="*/ 0 h 202439"/>
                <a:gd name="csX15" fmla="*/ 140866 w 191788"/>
                <a:gd name="csY15" fmla="*/ 9533 h 202439"/>
                <a:gd name="csX16" fmla="*/ 170812 w 191788"/>
                <a:gd name="csY16" fmla="*/ 34992 h 202439"/>
                <a:gd name="csX17" fmla="*/ 187747 w 191788"/>
                <a:gd name="csY17" fmla="*/ 71443 h 202439"/>
                <a:gd name="csX18" fmla="*/ 191448 w 191788"/>
                <a:gd name="csY18" fmla="*/ 114173 h 202439"/>
                <a:gd name="csX19" fmla="*/ 52713 w 191788"/>
                <a:gd name="csY19" fmla="*/ 114173 h 202439"/>
                <a:gd name="csX20" fmla="*/ 65723 w 191788"/>
                <a:gd name="csY20" fmla="*/ 151409 h 202439"/>
                <a:gd name="csX21" fmla="*/ 125389 w 191788"/>
                <a:gd name="csY21" fmla="*/ 50245 h 202439"/>
                <a:gd name="csX22" fmla="*/ 96565 w 191788"/>
                <a:gd name="csY22" fmla="*/ 39815 h 202439"/>
                <a:gd name="csX23" fmla="*/ 75592 w 191788"/>
                <a:gd name="csY23" fmla="*/ 44077 h 202439"/>
                <a:gd name="csX24" fmla="*/ 62246 w 191788"/>
                <a:gd name="csY24" fmla="*/ 54619 h 202439"/>
                <a:gd name="csX25" fmla="*/ 55180 w 191788"/>
                <a:gd name="csY25" fmla="*/ 67966 h 202439"/>
                <a:gd name="csX26" fmla="*/ 52713 w 191788"/>
                <a:gd name="csY26" fmla="*/ 80639 h 202439"/>
                <a:gd name="csX27" fmla="*/ 138623 w 191788"/>
                <a:gd name="csY27" fmla="*/ 80639 h 202439"/>
                <a:gd name="csX28" fmla="*/ 125389 w 191788"/>
                <a:gd name="csY28" fmla="*/ 50133 h 2024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91788" h="202439">
                  <a:moveTo>
                    <a:pt x="65723" y="151409"/>
                  </a:moveTo>
                  <a:cubicBezTo>
                    <a:pt x="73686" y="159148"/>
                    <a:pt x="85013" y="162961"/>
                    <a:pt x="99930" y="162961"/>
                  </a:cubicBezTo>
                  <a:cubicBezTo>
                    <a:pt x="110585" y="162961"/>
                    <a:pt x="119781" y="160269"/>
                    <a:pt x="127408" y="154998"/>
                  </a:cubicBezTo>
                  <a:cubicBezTo>
                    <a:pt x="135147" y="149726"/>
                    <a:pt x="139857" y="144007"/>
                    <a:pt x="141539" y="138062"/>
                  </a:cubicBezTo>
                  <a:lnTo>
                    <a:pt x="188084" y="138062"/>
                  </a:lnTo>
                  <a:cubicBezTo>
                    <a:pt x="180681" y="161166"/>
                    <a:pt x="169241" y="177653"/>
                    <a:pt x="153876" y="187523"/>
                  </a:cubicBezTo>
                  <a:cubicBezTo>
                    <a:pt x="138511" y="197392"/>
                    <a:pt x="119893" y="202439"/>
                    <a:pt x="98135" y="202439"/>
                  </a:cubicBezTo>
                  <a:cubicBezTo>
                    <a:pt x="82995" y="202439"/>
                    <a:pt x="69424" y="200084"/>
                    <a:pt x="57199" y="195149"/>
                  </a:cubicBezTo>
                  <a:cubicBezTo>
                    <a:pt x="45086" y="190327"/>
                    <a:pt x="34768" y="183485"/>
                    <a:pt x="26356" y="174513"/>
                  </a:cubicBezTo>
                  <a:cubicBezTo>
                    <a:pt x="17945" y="165540"/>
                    <a:pt x="11440" y="154886"/>
                    <a:pt x="6841" y="142549"/>
                  </a:cubicBezTo>
                  <a:cubicBezTo>
                    <a:pt x="2243" y="130099"/>
                    <a:pt x="0" y="116529"/>
                    <a:pt x="0" y="101612"/>
                  </a:cubicBezTo>
                  <a:cubicBezTo>
                    <a:pt x="0" y="86696"/>
                    <a:pt x="2355" y="73798"/>
                    <a:pt x="7066" y="61461"/>
                  </a:cubicBezTo>
                  <a:cubicBezTo>
                    <a:pt x="11776" y="49012"/>
                    <a:pt x="18506" y="38357"/>
                    <a:pt x="27141" y="29272"/>
                  </a:cubicBezTo>
                  <a:cubicBezTo>
                    <a:pt x="35777" y="20188"/>
                    <a:pt x="46208" y="13122"/>
                    <a:pt x="58208" y="7851"/>
                  </a:cubicBezTo>
                  <a:cubicBezTo>
                    <a:pt x="70209" y="2692"/>
                    <a:pt x="83555" y="0"/>
                    <a:pt x="98135" y="0"/>
                  </a:cubicBezTo>
                  <a:cubicBezTo>
                    <a:pt x="114510" y="0"/>
                    <a:pt x="128754" y="3140"/>
                    <a:pt x="140866" y="9533"/>
                  </a:cubicBezTo>
                  <a:cubicBezTo>
                    <a:pt x="152979" y="15814"/>
                    <a:pt x="162961" y="24338"/>
                    <a:pt x="170812" y="34992"/>
                  </a:cubicBezTo>
                  <a:cubicBezTo>
                    <a:pt x="178663" y="45647"/>
                    <a:pt x="184270" y="57760"/>
                    <a:pt x="187747" y="71443"/>
                  </a:cubicBezTo>
                  <a:cubicBezTo>
                    <a:pt x="191224" y="85125"/>
                    <a:pt x="192458" y="99369"/>
                    <a:pt x="191448" y="114173"/>
                  </a:cubicBezTo>
                  <a:lnTo>
                    <a:pt x="52713" y="114173"/>
                  </a:lnTo>
                  <a:cubicBezTo>
                    <a:pt x="53498" y="131333"/>
                    <a:pt x="57760" y="143670"/>
                    <a:pt x="65723" y="151409"/>
                  </a:cubicBezTo>
                  <a:close/>
                  <a:moveTo>
                    <a:pt x="125389" y="50245"/>
                  </a:moveTo>
                  <a:cubicBezTo>
                    <a:pt x="119108" y="43292"/>
                    <a:pt x="109463" y="39815"/>
                    <a:pt x="96565" y="39815"/>
                  </a:cubicBezTo>
                  <a:cubicBezTo>
                    <a:pt x="88154" y="39815"/>
                    <a:pt x="81088" y="41273"/>
                    <a:pt x="75592" y="44077"/>
                  </a:cubicBezTo>
                  <a:cubicBezTo>
                    <a:pt x="70097" y="46881"/>
                    <a:pt x="65611" y="50470"/>
                    <a:pt x="62246" y="54619"/>
                  </a:cubicBezTo>
                  <a:cubicBezTo>
                    <a:pt x="58881" y="58881"/>
                    <a:pt x="56526" y="63255"/>
                    <a:pt x="55180" y="67966"/>
                  </a:cubicBezTo>
                  <a:cubicBezTo>
                    <a:pt x="53834" y="72676"/>
                    <a:pt x="53049" y="76938"/>
                    <a:pt x="52713" y="80639"/>
                  </a:cubicBezTo>
                  <a:lnTo>
                    <a:pt x="138623" y="80639"/>
                  </a:lnTo>
                  <a:cubicBezTo>
                    <a:pt x="136156" y="67293"/>
                    <a:pt x="131782" y="57087"/>
                    <a:pt x="125389" y="50133"/>
                  </a:cubicBezTo>
                  <a:close/>
                </a:path>
              </a:pathLst>
            </a:custGeom>
            <a:solidFill>
              <a:srgbClr val="FFFFFF"/>
            </a:solidFill>
            <a:ln w="11202" cap="flat">
              <a:noFill/>
              <a:prstDash val="solid"/>
              <a:miter/>
            </a:ln>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ea typeface="+mn-ea"/>
                <a:cs typeface="+mn-cs"/>
              </a:endParaRPr>
            </a:p>
          </p:txBody>
        </p:sp>
      </p:grpSp>
      <p:pic>
        <p:nvPicPr>
          <p:cNvPr id="20" name="Graphique 24">
            <a:extLst>
              <a:ext uri="{FF2B5EF4-FFF2-40B4-BE49-F238E27FC236}">
                <a16:creationId xmlns:a16="http://schemas.microsoft.com/office/drawing/2014/main" id="{ECFAA18E-DEC2-5185-3C09-441B15D6A3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98475">
            <a:off x="2928406" y="1959302"/>
            <a:ext cx="2965044" cy="2576539"/>
          </a:xfrm>
          <a:prstGeom prst="rect">
            <a:avLst/>
          </a:prstGeom>
        </p:spPr>
      </p:pic>
      <p:sp>
        <p:nvSpPr>
          <p:cNvPr id="21" name="TextBox 19">
            <a:extLst>
              <a:ext uri="{FF2B5EF4-FFF2-40B4-BE49-F238E27FC236}">
                <a16:creationId xmlns:a16="http://schemas.microsoft.com/office/drawing/2014/main" id="{43B7154E-0328-3492-5986-A4C6387C0430}"/>
              </a:ext>
            </a:extLst>
          </p:cNvPr>
          <p:cNvSpPr txBox="1"/>
          <p:nvPr/>
        </p:nvSpPr>
        <p:spPr>
          <a:xfrm>
            <a:off x="5436779" y="1792186"/>
            <a:ext cx="2645864" cy="646331"/>
          </a:xfrm>
          <a:prstGeom prst="rect">
            <a:avLst/>
          </a:prstGeom>
          <a:noFill/>
        </p:spPr>
        <p:txBody>
          <a:bodyPr wrap="square" lIns="0" tIns="0" rIns="0" bIns="0">
            <a:spAutoFit/>
          </a:bodyPr>
          <a:lstStyle/>
          <a:p>
            <a:pPr marL="0" lvl="0" indent="0" algn="l">
              <a:spcBef>
                <a:spcPts val="400"/>
              </a:spcBef>
              <a:spcAft>
                <a:spcPts val="800"/>
              </a:spcAft>
              <a:buFont typeface="+mj-lt"/>
              <a:buNone/>
            </a:pPr>
            <a:r>
              <a:rPr lang="en-US" sz="1400" kern="100" noProof="0" dirty="0">
                <a:cs typeface="HelveticaNeueLT Arabic 55 Roman" panose="020B0604020202020204" pitchFamily="34" charset="-78"/>
              </a:rPr>
              <a:t>M</a:t>
            </a:r>
            <a:r>
              <a:rPr lang="en-US" sz="1400" kern="100" noProof="0" dirty="0">
                <a:effectLst/>
                <a:cs typeface="HelveticaNeueLT Arabic 55 Roman" panose="020B0604020202020204" pitchFamily="34" charset="-78"/>
              </a:rPr>
              <a:t>aximize the value of </a:t>
            </a:r>
            <a:br>
              <a:rPr lang="en-US" sz="1400" kern="100" noProof="0" dirty="0">
                <a:effectLst/>
                <a:cs typeface="HelveticaNeueLT Arabic 55 Roman" panose="020B0604020202020204" pitchFamily="34" charset="-78"/>
              </a:rPr>
            </a:br>
            <a:r>
              <a:rPr lang="en-US" sz="1400" kern="100" noProof="0" dirty="0">
                <a:effectLst/>
                <a:cs typeface="HelveticaNeueLT Arabic 55 Roman" panose="020B0604020202020204" pitchFamily="34" charset="-78"/>
              </a:rPr>
              <a:t>our core business by leading </a:t>
            </a:r>
            <a:r>
              <a:rPr lang="en-US" sz="1400" kern="100" noProof="0" dirty="0">
                <a:solidFill>
                  <a:srgbClr val="FF7900"/>
                </a:solidFill>
                <a:effectLst/>
                <a:cs typeface="HelveticaNeueLT Arabic 55 Roman" panose="020B0604020202020204" pitchFamily="34" charset="-78"/>
              </a:rPr>
              <a:t>on secure connectivity</a:t>
            </a:r>
            <a:endParaRPr lang="en-US" sz="1400" kern="100" noProof="0" dirty="0">
              <a:solidFill>
                <a:srgbClr val="FF7900"/>
              </a:solidFill>
              <a:effectLst/>
              <a:ea typeface="Aptos" panose="020B0004020202020204" pitchFamily="34" charset="0"/>
              <a:cs typeface="HelveticaNeueLT Arabic 55 Roman" panose="020B0604020202020204" pitchFamily="34" charset="-78"/>
            </a:endParaRPr>
          </a:p>
        </p:txBody>
      </p:sp>
      <p:pic>
        <p:nvPicPr>
          <p:cNvPr id="22" name="Graphic 31" descr="Arrow: Clockwise curve with solid fill">
            <a:extLst>
              <a:ext uri="{FF2B5EF4-FFF2-40B4-BE49-F238E27FC236}">
                <a16:creationId xmlns:a16="http://schemas.microsoft.com/office/drawing/2014/main" id="{011BEA3F-AF95-678B-AA85-B02CD6D8640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388492" flipH="1" flipV="1">
            <a:off x="4674939" y="1678878"/>
            <a:ext cx="676425" cy="676425"/>
          </a:xfrm>
          <a:prstGeom prst="rect">
            <a:avLst/>
          </a:prstGeom>
        </p:spPr>
      </p:pic>
      <p:sp>
        <p:nvSpPr>
          <p:cNvPr id="23" name="TextBox 17">
            <a:extLst>
              <a:ext uri="{FF2B5EF4-FFF2-40B4-BE49-F238E27FC236}">
                <a16:creationId xmlns:a16="http://schemas.microsoft.com/office/drawing/2014/main" id="{841DFE33-E0EF-BED8-82C8-E205CDBF948D}"/>
              </a:ext>
            </a:extLst>
          </p:cNvPr>
          <p:cNvSpPr txBox="1"/>
          <p:nvPr/>
        </p:nvSpPr>
        <p:spPr>
          <a:xfrm>
            <a:off x="6270938" y="3550631"/>
            <a:ext cx="2299975" cy="646331"/>
          </a:xfrm>
          <a:prstGeom prst="rect">
            <a:avLst/>
          </a:prstGeom>
          <a:noFill/>
        </p:spPr>
        <p:txBody>
          <a:bodyPr wrap="square" lIns="0" tIns="0" rIns="0" bIns="0">
            <a:spAutoFit/>
          </a:bodyPr>
          <a:lstStyle/>
          <a:p>
            <a:pPr>
              <a:spcBef>
                <a:spcPts val="400"/>
              </a:spcBef>
            </a:pPr>
            <a:r>
              <a:rPr lang="en-US" sz="1400" noProof="0" dirty="0">
                <a:ea typeface="Aptos" panose="020B0004020202020204" pitchFamily="34" charset="0"/>
                <a:cs typeface="HelveticaNeueLT Arabic 55 Roman" panose="020B0604020202020204" pitchFamily="34" charset="-78"/>
              </a:rPr>
              <a:t>U</a:t>
            </a:r>
            <a:r>
              <a:rPr lang="en-US" sz="1400" noProof="0" dirty="0">
                <a:effectLst/>
                <a:ea typeface="Aptos" panose="020B0004020202020204" pitchFamily="34" charset="0"/>
                <a:cs typeface="HelveticaNeueLT Arabic 55 Roman" panose="020B0604020202020204" pitchFamily="34" charset="-78"/>
              </a:rPr>
              <a:t>nlock growth opportunities by </a:t>
            </a:r>
            <a:r>
              <a:rPr lang="en-US" sz="1400" noProof="0" dirty="0">
                <a:ea typeface="Aptos" panose="020B0004020202020204" pitchFamily="34" charset="0"/>
                <a:cs typeface="HelveticaNeueLT Arabic 55 Roman" panose="020B0604020202020204" pitchFamily="34" charset="-78"/>
              </a:rPr>
              <a:t>scaling </a:t>
            </a:r>
            <a:r>
              <a:rPr lang="en-US" sz="1400" noProof="0" dirty="0">
                <a:solidFill>
                  <a:srgbClr val="FF7900"/>
                </a:solidFill>
                <a:ea typeface="Aptos" panose="020B0004020202020204" pitchFamily="34" charset="0"/>
                <a:cs typeface="HelveticaNeueLT Arabic 55 Roman" panose="020B0604020202020204" pitchFamily="34" charset="-78"/>
              </a:rPr>
              <a:t>trusted cloud and AI</a:t>
            </a:r>
            <a:endParaRPr lang="en-US" sz="1400" noProof="0" dirty="0">
              <a:solidFill>
                <a:srgbClr val="FF7900"/>
              </a:solidFill>
              <a:cs typeface="HelveticaNeueLT Arabic 55 Roman" panose="020B0604020202020204" pitchFamily="34" charset="-78"/>
            </a:endParaRPr>
          </a:p>
        </p:txBody>
      </p:sp>
      <p:pic>
        <p:nvPicPr>
          <p:cNvPr id="24" name="Graphic 29" descr="Arrow: Clockwise curve with solid fill">
            <a:extLst>
              <a:ext uri="{FF2B5EF4-FFF2-40B4-BE49-F238E27FC236}">
                <a16:creationId xmlns:a16="http://schemas.microsoft.com/office/drawing/2014/main" id="{9C1A2F22-B8CF-AE94-D1C9-59D8237D42C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4874395" flipH="1">
            <a:off x="5484342" y="3431145"/>
            <a:ext cx="676425" cy="676425"/>
          </a:xfrm>
          <a:prstGeom prst="rect">
            <a:avLst/>
          </a:prstGeom>
        </p:spPr>
      </p:pic>
      <p:sp>
        <p:nvSpPr>
          <p:cNvPr id="25" name="TextBox 27">
            <a:extLst>
              <a:ext uri="{FF2B5EF4-FFF2-40B4-BE49-F238E27FC236}">
                <a16:creationId xmlns:a16="http://schemas.microsoft.com/office/drawing/2014/main" id="{BA1D2F1E-3BF5-8C29-9365-F61E253C01D9}"/>
              </a:ext>
            </a:extLst>
          </p:cNvPr>
          <p:cNvSpPr txBox="1"/>
          <p:nvPr/>
        </p:nvSpPr>
        <p:spPr>
          <a:xfrm>
            <a:off x="652811" y="3012274"/>
            <a:ext cx="2076996" cy="430887"/>
          </a:xfrm>
          <a:prstGeom prst="rect">
            <a:avLst/>
          </a:prstGeom>
          <a:noFill/>
        </p:spPr>
        <p:txBody>
          <a:bodyPr wrap="square" lIns="0" tIns="0" rIns="0" bIns="0">
            <a:spAutoFit/>
          </a:bodyPr>
          <a:lstStyle/>
          <a:p>
            <a:pPr>
              <a:spcBef>
                <a:spcPts val="400"/>
              </a:spcBef>
            </a:pPr>
            <a:r>
              <a:rPr lang="en-US" sz="1400" kern="100" noProof="0" dirty="0">
                <a:solidFill>
                  <a:schemeClr val="bg2"/>
                </a:solidFill>
                <a:cs typeface="HelveticaNeueLT Arabic 55 Roman" panose="020B0604020202020204" pitchFamily="34" charset="-78"/>
              </a:rPr>
              <a:t>Enhance</a:t>
            </a:r>
            <a:r>
              <a:rPr lang="en-US" sz="1400" kern="100" noProof="0" dirty="0">
                <a:solidFill>
                  <a:schemeClr val="bg2"/>
                </a:solidFill>
                <a:effectLst/>
                <a:cs typeface="HelveticaNeueLT Arabic 55 Roman" panose="020B0604020202020204" pitchFamily="34" charset="-78"/>
              </a:rPr>
              <a:t> our scale </a:t>
            </a:r>
            <a:r>
              <a:rPr lang="en-US" sz="1400" kern="100" noProof="0" dirty="0">
                <a:effectLst/>
                <a:cs typeface="HelveticaNeueLT Arabic 55 Roman" panose="020B0604020202020204" pitchFamily="34" charset="-78"/>
              </a:rPr>
              <a:t>and our competitiveness</a:t>
            </a:r>
            <a:endParaRPr lang="en-US" sz="1400" noProof="0" dirty="0">
              <a:cs typeface="HelveticaNeueLT Arabic 55 Roman" panose="020B0604020202020204" pitchFamily="34" charset="-78"/>
            </a:endParaRPr>
          </a:p>
        </p:txBody>
      </p:sp>
      <p:pic>
        <p:nvPicPr>
          <p:cNvPr id="26" name="Graphic 30" descr="Arrow: Clockwise curve with solid fill">
            <a:extLst>
              <a:ext uri="{FF2B5EF4-FFF2-40B4-BE49-F238E27FC236}">
                <a16:creationId xmlns:a16="http://schemas.microsoft.com/office/drawing/2014/main" id="{A2442EBD-7883-3529-759C-F17D5F7353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79737">
            <a:off x="2573034" y="3027424"/>
            <a:ext cx="676425" cy="676425"/>
          </a:xfrm>
          <a:prstGeom prst="rect">
            <a:avLst/>
          </a:prstGeom>
        </p:spPr>
      </p:pic>
      <p:sp>
        <p:nvSpPr>
          <p:cNvPr id="2" name="Content Placeholder 1">
            <a:extLst>
              <a:ext uri="{FF2B5EF4-FFF2-40B4-BE49-F238E27FC236}">
                <a16:creationId xmlns:a16="http://schemas.microsoft.com/office/drawing/2014/main" id="{13E87E76-E8AC-B141-A846-89E95F8D0120}"/>
              </a:ext>
            </a:extLst>
          </p:cNvPr>
          <p:cNvSpPr>
            <a:spLocks noGrp="1"/>
          </p:cNvSpPr>
          <p:nvPr>
            <p:ph idx="1"/>
          </p:nvPr>
        </p:nvSpPr>
        <p:spPr>
          <a:xfrm>
            <a:off x="569913" y="981049"/>
            <a:ext cx="8001001" cy="369526"/>
          </a:xfrm>
        </p:spPr>
        <p:txBody>
          <a:bodyPr/>
          <a:lstStyle/>
          <a:p>
            <a:pPr>
              <a:lnSpc>
                <a:spcPct val="100000"/>
              </a:lnSpc>
            </a:pPr>
            <a:r>
              <a:rPr lang="en-US" noProof="0" dirty="0">
                <a:solidFill>
                  <a:schemeClr val="tx1"/>
                </a:solidFill>
              </a:rPr>
              <a:t>With </a:t>
            </a:r>
            <a:r>
              <a:rPr lang="en-US" noProof="0" dirty="0"/>
              <a:t>Trust the future,</a:t>
            </a:r>
            <a:r>
              <a:rPr lang="en-US" noProof="0" dirty="0">
                <a:solidFill>
                  <a:schemeClr val="tx1"/>
                </a:solidFill>
              </a:rPr>
              <a:t> our new strategic plan, Orange Business is accelerating its transformation to become a leader in trusted digital services; strengthening customer relationships, scaling secure connectivity, cloud and AI, and enhancing competitiveness.</a:t>
            </a:r>
          </a:p>
          <a:p>
            <a:endParaRPr lang="en-US" sz="1100" noProof="0" dirty="0">
              <a:solidFill>
                <a:schemeClr val="tx1"/>
              </a:solidFill>
            </a:endParaRPr>
          </a:p>
        </p:txBody>
      </p:sp>
      <p:sp>
        <p:nvSpPr>
          <p:cNvPr id="3" name="Title 2">
            <a:extLst>
              <a:ext uri="{FF2B5EF4-FFF2-40B4-BE49-F238E27FC236}">
                <a16:creationId xmlns:a16="http://schemas.microsoft.com/office/drawing/2014/main" id="{0CBE9B2D-A1BC-EE37-A0A0-402A2065FC1B}"/>
              </a:ext>
            </a:extLst>
          </p:cNvPr>
          <p:cNvSpPr>
            <a:spLocks noGrp="1"/>
          </p:cNvSpPr>
          <p:nvPr>
            <p:ph type="title"/>
          </p:nvPr>
        </p:nvSpPr>
        <p:spPr>
          <a:xfrm>
            <a:off x="569913" y="571501"/>
            <a:ext cx="8001001" cy="224836"/>
          </a:xfrm>
        </p:spPr>
        <p:txBody>
          <a:bodyPr/>
          <a:lstStyle/>
          <a:p>
            <a:r>
              <a:rPr lang="en-US" noProof="0" dirty="0"/>
              <a:t>Our strategy</a:t>
            </a:r>
            <a:br>
              <a:rPr lang="en-US" noProof="0" dirty="0"/>
            </a:br>
            <a:endParaRPr lang="en-US" noProof="0" dirty="0"/>
          </a:p>
        </p:txBody>
      </p:sp>
    </p:spTree>
    <p:extLst>
      <p:ext uri="{BB962C8B-B14F-4D97-AF65-F5344CB8AC3E}">
        <p14:creationId xmlns:p14="http://schemas.microsoft.com/office/powerpoint/2010/main" val="4145402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8D9FC-06FB-6747-BAB9-CC3FC90D28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5C9377-1370-20EE-94B3-9189A4A3D478}"/>
              </a:ext>
            </a:extLst>
          </p:cNvPr>
          <p:cNvSpPr>
            <a:spLocks noGrp="1"/>
          </p:cNvSpPr>
          <p:nvPr>
            <p:ph idx="1"/>
          </p:nvPr>
        </p:nvSpPr>
        <p:spPr>
          <a:xfrm>
            <a:off x="569913" y="1141413"/>
            <a:ext cx="4578151" cy="2798316"/>
          </a:xfrm>
        </p:spPr>
        <p:txBody>
          <a:bodyPr/>
          <a:lstStyle/>
          <a:p>
            <a:pPr>
              <a:lnSpc>
                <a:spcPct val="100000"/>
              </a:lnSpc>
            </a:pPr>
            <a:r>
              <a:rPr lang="en-US" noProof="0" dirty="0">
                <a:solidFill>
                  <a:schemeClr val="tx1"/>
                </a:solidFill>
              </a:rPr>
              <a:t>In a world where digital technology is omnipresent, trust in a telecom operator is crucial. Orange's purpose defines its role as a </a:t>
            </a:r>
            <a:r>
              <a:rPr lang="en-US" noProof="0" dirty="0">
                <a:solidFill>
                  <a:srgbClr val="FF7900"/>
                </a:solidFill>
              </a:rPr>
              <a:t>trusted operator</a:t>
            </a:r>
            <a:r>
              <a:rPr lang="en-US" noProof="0" dirty="0">
                <a:solidFill>
                  <a:schemeClr val="tx1"/>
                </a:solidFill>
              </a:rPr>
              <a:t>:</a:t>
            </a:r>
            <a:r>
              <a:rPr lang="en-US" noProof="0" dirty="0">
                <a:solidFill>
                  <a:srgbClr val="FF7900"/>
                </a:solidFill>
              </a:rPr>
              <a:t> </a:t>
            </a:r>
            <a:r>
              <a:rPr lang="en-US" noProof="0" dirty="0">
                <a:solidFill>
                  <a:schemeClr val="tx1"/>
                </a:solidFill>
              </a:rPr>
              <a:t>guiding its commitment to protect against cyber threats, secure networks and personal data, and support as many people as possible in their daily use of technology, with ethics and responsibility.</a:t>
            </a:r>
          </a:p>
          <a:p>
            <a:pPr>
              <a:lnSpc>
                <a:spcPct val="100000"/>
              </a:lnSpc>
            </a:pPr>
            <a:r>
              <a:rPr lang="en-US" noProof="0" dirty="0">
                <a:solidFill>
                  <a:srgbClr val="FF7900"/>
                </a:solidFill>
              </a:rPr>
              <a:t>Orange Business is the enterprise division </a:t>
            </a:r>
            <a:r>
              <a:rPr lang="en-US" noProof="0" dirty="0">
                <a:solidFill>
                  <a:schemeClr val="tx1"/>
                </a:solidFill>
              </a:rPr>
              <a:t>of the Orange Group. </a:t>
            </a:r>
          </a:p>
          <a:p>
            <a:pPr>
              <a:lnSpc>
                <a:spcPct val="100000"/>
              </a:lnSpc>
            </a:pPr>
            <a:r>
              <a:rPr lang="en-US" noProof="0" dirty="0">
                <a:solidFill>
                  <a:srgbClr val="FF7900"/>
                </a:solidFill>
              </a:rPr>
              <a:t>As a global operator, integrator, and platform player,</a:t>
            </a:r>
            <a:r>
              <a:rPr lang="en-US" noProof="0" dirty="0">
                <a:solidFill>
                  <a:schemeClr val="tx1"/>
                </a:solidFill>
              </a:rPr>
              <a:t> it helps companies navigate digital transformation with </a:t>
            </a:r>
            <a:r>
              <a:rPr lang="en-US" noProof="0" dirty="0">
                <a:solidFill>
                  <a:srgbClr val="FF7900"/>
                </a:solidFill>
              </a:rPr>
              <a:t>reliable, secure, and sustainable technology.</a:t>
            </a:r>
          </a:p>
        </p:txBody>
      </p:sp>
      <p:sp>
        <p:nvSpPr>
          <p:cNvPr id="3" name="Title 2">
            <a:extLst>
              <a:ext uri="{FF2B5EF4-FFF2-40B4-BE49-F238E27FC236}">
                <a16:creationId xmlns:a16="http://schemas.microsoft.com/office/drawing/2014/main" id="{522B44E2-D4AD-CE92-C318-271DD57EFE80}"/>
              </a:ext>
            </a:extLst>
          </p:cNvPr>
          <p:cNvSpPr>
            <a:spLocks noGrp="1"/>
          </p:cNvSpPr>
          <p:nvPr>
            <p:ph type="title"/>
          </p:nvPr>
        </p:nvSpPr>
        <p:spPr>
          <a:xfrm>
            <a:off x="569913" y="571500"/>
            <a:ext cx="4938191" cy="569913"/>
          </a:xfrm>
        </p:spPr>
        <p:txBody>
          <a:bodyPr/>
          <a:lstStyle/>
          <a:p>
            <a:r>
              <a:rPr lang="en-US" noProof="0" dirty="0"/>
              <a:t>The Orange Group</a:t>
            </a:r>
          </a:p>
        </p:txBody>
      </p:sp>
      <p:pic>
        <p:nvPicPr>
          <p:cNvPr id="4" name="Graphique 3" descr="Clap avec un remplissage uni">
            <a:extLst>
              <a:ext uri="{FF2B5EF4-FFF2-40B4-BE49-F238E27FC236}">
                <a16:creationId xmlns:a16="http://schemas.microsoft.com/office/drawing/2014/main" id="{98D41F70-8C6C-2618-F405-A11EB7AEA1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9066" y="4098515"/>
            <a:ext cx="308045" cy="308045"/>
          </a:xfrm>
          <a:prstGeom prst="rect">
            <a:avLst/>
          </a:prstGeom>
        </p:spPr>
      </p:pic>
      <p:sp>
        <p:nvSpPr>
          <p:cNvPr id="5" name="ZoneTexte 12">
            <a:extLst>
              <a:ext uri="{FF2B5EF4-FFF2-40B4-BE49-F238E27FC236}">
                <a16:creationId xmlns:a16="http://schemas.microsoft.com/office/drawing/2014/main" id="{727EB268-3F5C-C8BC-8E99-31F03F1DC244}"/>
              </a:ext>
            </a:extLst>
          </p:cNvPr>
          <p:cNvSpPr txBox="1"/>
          <p:nvPr/>
        </p:nvSpPr>
        <p:spPr>
          <a:xfrm>
            <a:off x="1022234" y="4164897"/>
            <a:ext cx="2279469" cy="241663"/>
          </a:xfrm>
          <a:prstGeom prst="rect">
            <a:avLst/>
          </a:prstGeom>
        </p:spPr>
        <p:txBody>
          <a:bodyPr vert="horz" wrap="square" lIns="0" tIns="0" rIns="0" bIns="0" rtlCol="0" anchor="t" anchorCtr="0">
            <a:noAutofit/>
          </a:bodyPr>
          <a:lstStyle/>
          <a:p>
            <a:pPr algn="l"/>
            <a:r>
              <a:rPr lang="en-US" sz="1400" noProof="0" dirty="0">
                <a:hlinkClick r:id="rId4"/>
              </a:rPr>
              <a:t>Watch our history film</a:t>
            </a:r>
            <a:endParaRPr lang="en-US" sz="1400" noProof="0" dirty="0"/>
          </a:p>
        </p:txBody>
      </p:sp>
      <p:sp>
        <p:nvSpPr>
          <p:cNvPr id="6" name="Rectangle 5">
            <a:extLst>
              <a:ext uri="{FF2B5EF4-FFF2-40B4-BE49-F238E27FC236}">
                <a16:creationId xmlns:a16="http://schemas.microsoft.com/office/drawing/2014/main" id="{FCFEDF5E-4278-0CCF-5022-46B38849111B}"/>
              </a:ext>
            </a:extLst>
          </p:cNvPr>
          <p:cNvSpPr/>
          <p:nvPr/>
        </p:nvSpPr>
        <p:spPr>
          <a:xfrm>
            <a:off x="6734494" y="1886534"/>
            <a:ext cx="1941962" cy="49244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7900"/>
                </a:solidFill>
                <a:effectLst/>
                <a:uLnTx/>
                <a:uFillTx/>
                <a:ea typeface="Helvetica Neue" charset="0"/>
                <a:cs typeface="Helvetica Neue" charset="0"/>
              </a:rPr>
              <a:t>340+ million</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kern="0" noProof="0" dirty="0">
                <a:solidFill>
                  <a:srgbClr val="FFFFFF"/>
                </a:solidFill>
                <a:ea typeface="Helvetica Neue" charset="0"/>
                <a:cs typeface="Helvetica Neue" charset="0"/>
              </a:rPr>
              <a:t>customers</a:t>
            </a:r>
            <a:endParaRPr kumimoji="0" lang="en-US" sz="1200" b="0" i="0" u="none" strike="noStrike" kern="0" cap="none" spc="0" normalizeH="0" baseline="0" noProof="0" dirty="0">
              <a:ln>
                <a:noFill/>
              </a:ln>
              <a:solidFill>
                <a:srgbClr val="FFFFFF"/>
              </a:solidFill>
              <a:effectLst/>
              <a:uLnTx/>
              <a:uFillTx/>
              <a:ea typeface="+mn-ea"/>
              <a:cs typeface="+mn-cs"/>
            </a:endParaRPr>
          </a:p>
        </p:txBody>
      </p:sp>
      <p:sp>
        <p:nvSpPr>
          <p:cNvPr id="7" name="Rectangle 6">
            <a:extLst>
              <a:ext uri="{FF2B5EF4-FFF2-40B4-BE49-F238E27FC236}">
                <a16:creationId xmlns:a16="http://schemas.microsoft.com/office/drawing/2014/main" id="{E8D819C6-9633-60EB-E536-70AAE7512D0D}"/>
              </a:ext>
            </a:extLst>
          </p:cNvPr>
          <p:cNvSpPr/>
          <p:nvPr/>
        </p:nvSpPr>
        <p:spPr>
          <a:xfrm>
            <a:off x="6734494" y="1141413"/>
            <a:ext cx="1941962" cy="49244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7900"/>
                </a:solidFill>
                <a:effectLst/>
                <a:uLnTx/>
                <a:uFillTx/>
                <a:ea typeface="Helvetica Neue" charset="0"/>
                <a:cs typeface="Helvetica Neue" charset="0"/>
              </a:rPr>
              <a:t>26 countries</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noProof="0" dirty="0">
                <a:solidFill>
                  <a:srgbClr val="FFFFFF"/>
                </a:solidFill>
                <a:ea typeface="Helvetica Neue" charset="0"/>
                <a:cs typeface="Helvetica Neue" charset="0"/>
              </a:rPr>
              <a:t>In B2C</a:t>
            </a:r>
            <a:endParaRPr kumimoji="0" lang="en-US" sz="1100" b="0" i="0" u="none" strike="noStrike" kern="1200" cap="none" spc="0" normalizeH="0" baseline="0" noProof="0" dirty="0">
              <a:ln>
                <a:noFill/>
              </a:ln>
              <a:solidFill>
                <a:srgbClr val="FFFFFF"/>
              </a:solidFill>
              <a:effectLst/>
              <a:uLnTx/>
              <a:uFillTx/>
              <a:ea typeface="Helvetica Neue" charset="0"/>
              <a:cs typeface="Helvetica Neue" charset="0"/>
            </a:endParaRPr>
          </a:p>
        </p:txBody>
      </p:sp>
      <p:sp>
        <p:nvSpPr>
          <p:cNvPr id="8" name="Rectangle 7">
            <a:extLst>
              <a:ext uri="{FF2B5EF4-FFF2-40B4-BE49-F238E27FC236}">
                <a16:creationId xmlns:a16="http://schemas.microsoft.com/office/drawing/2014/main" id="{D21E6785-107B-F489-F037-839B43362014}"/>
              </a:ext>
            </a:extLst>
          </p:cNvPr>
          <p:cNvSpPr/>
          <p:nvPr/>
        </p:nvSpPr>
        <p:spPr>
          <a:xfrm>
            <a:off x="6734494" y="4121897"/>
            <a:ext cx="1896150" cy="49244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7900"/>
                </a:solidFill>
                <a:effectLst/>
                <a:uLnTx/>
                <a:uFillTx/>
                <a:ea typeface="Helvetica Neue" charset="0"/>
                <a:cs typeface="Helvetica Neue" charset="0"/>
              </a:rPr>
              <a:t>123,</a:t>
            </a:r>
            <a:r>
              <a:rPr lang="en-US" sz="2000" kern="0" noProof="0" dirty="0">
                <a:solidFill>
                  <a:srgbClr val="FF7900"/>
                </a:solidFill>
                <a:ea typeface="Helvetica Neue" charset="0"/>
                <a:cs typeface="Helvetica Neue" charset="0"/>
              </a:rPr>
              <a:t>5</a:t>
            </a:r>
            <a:r>
              <a:rPr kumimoji="0" lang="en-US" sz="2000" b="0" i="0" u="none" strike="noStrike" kern="0" cap="none" spc="0" normalizeH="0" baseline="0" noProof="0" dirty="0">
                <a:ln>
                  <a:noFill/>
                </a:ln>
                <a:solidFill>
                  <a:srgbClr val="FF7900"/>
                </a:solidFill>
                <a:effectLst/>
                <a:uLnTx/>
                <a:uFillTx/>
                <a:ea typeface="Helvetica Neue" charset="0"/>
                <a:cs typeface="Helvetica Neue" charset="0"/>
              </a:rPr>
              <a:t>00</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kern="0" noProof="0" dirty="0">
                <a:solidFill>
                  <a:srgbClr val="FFFFFF"/>
                </a:solidFill>
                <a:ea typeface="Helvetica Neue" charset="0"/>
                <a:cs typeface="Helvetica Neue" charset="0"/>
              </a:rPr>
              <a:t>Employees worldwide</a:t>
            </a:r>
            <a:endParaRPr kumimoji="0" lang="en-US" sz="1100" b="0" i="0" u="none" strike="noStrike" kern="0" cap="none" spc="0" normalizeH="0" baseline="0" noProof="0" dirty="0">
              <a:ln>
                <a:noFill/>
              </a:ln>
              <a:solidFill>
                <a:srgbClr val="FFFFFF"/>
              </a:solidFill>
              <a:effectLst/>
              <a:uLnTx/>
              <a:uFillTx/>
              <a:ea typeface="+mn-ea"/>
              <a:cs typeface="+mn-cs"/>
            </a:endParaRPr>
          </a:p>
        </p:txBody>
      </p:sp>
      <p:sp>
        <p:nvSpPr>
          <p:cNvPr id="9" name="Rectangle 8">
            <a:extLst>
              <a:ext uri="{FF2B5EF4-FFF2-40B4-BE49-F238E27FC236}">
                <a16:creationId xmlns:a16="http://schemas.microsoft.com/office/drawing/2014/main" id="{C179EA8A-E33E-521D-3D02-0E81663057C2}"/>
              </a:ext>
            </a:extLst>
          </p:cNvPr>
          <p:cNvSpPr/>
          <p:nvPr/>
        </p:nvSpPr>
        <p:spPr>
          <a:xfrm>
            <a:off x="6734494" y="3376776"/>
            <a:ext cx="1941962" cy="49244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7900"/>
                </a:solidFill>
                <a:effectLst/>
                <a:uLnTx/>
                <a:uFillTx/>
                <a:ea typeface="Helvetica Neue" charset="0"/>
                <a:cs typeface="Helvetica Neue" charset="0"/>
              </a:rPr>
              <a:t>1</a:t>
            </a:r>
            <a:r>
              <a:rPr kumimoji="0" lang="en-US" sz="2000" b="0" i="0" u="none" strike="noStrike" kern="0" cap="none" spc="0" normalizeH="0" baseline="30000" noProof="0" dirty="0">
                <a:ln>
                  <a:noFill/>
                </a:ln>
                <a:solidFill>
                  <a:srgbClr val="FF7900"/>
                </a:solidFill>
                <a:effectLst/>
                <a:uLnTx/>
                <a:uFillTx/>
                <a:ea typeface="Helvetica Neue" charset="0"/>
                <a:cs typeface="Helvetica Neue" charset="0"/>
              </a:rPr>
              <a:t>st</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kern="0" noProof="0" dirty="0">
                <a:solidFill>
                  <a:srgbClr val="FFFFFF"/>
                </a:solidFill>
                <a:ea typeface="Helvetica Neue" charset="0"/>
                <a:cs typeface="Helvetica Neue" charset="0"/>
              </a:rPr>
              <a:t>Mobile network in France</a:t>
            </a:r>
            <a:endParaRPr kumimoji="0" lang="en-US" sz="1100" b="0" i="0" u="none" strike="noStrike" kern="0" cap="none" spc="0" normalizeH="0" baseline="0" noProof="0" dirty="0">
              <a:ln>
                <a:noFill/>
              </a:ln>
              <a:solidFill>
                <a:srgbClr val="FFFFFF"/>
              </a:solidFill>
              <a:effectLst/>
              <a:uLnTx/>
              <a:uFillTx/>
              <a:ea typeface="+mn-ea"/>
              <a:cs typeface="+mn-cs"/>
            </a:endParaRPr>
          </a:p>
        </p:txBody>
      </p:sp>
      <p:sp>
        <p:nvSpPr>
          <p:cNvPr id="10" name="Rectangle 9">
            <a:extLst>
              <a:ext uri="{FF2B5EF4-FFF2-40B4-BE49-F238E27FC236}">
                <a16:creationId xmlns:a16="http://schemas.microsoft.com/office/drawing/2014/main" id="{4235413C-A25A-7A7E-9991-C9C51EED8042}"/>
              </a:ext>
            </a:extLst>
          </p:cNvPr>
          <p:cNvSpPr/>
          <p:nvPr/>
        </p:nvSpPr>
        <p:spPr>
          <a:xfrm>
            <a:off x="6734494" y="2631655"/>
            <a:ext cx="1941962" cy="49244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7900"/>
                </a:solidFill>
                <a:effectLst/>
                <a:uLnTx/>
                <a:uFillTx/>
                <a:ea typeface="Helvetica Neue" charset="0"/>
                <a:cs typeface="Helvetica Neue" charset="0"/>
              </a:rPr>
              <a:t>€40,4 billion</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noProof="0" dirty="0">
                <a:solidFill>
                  <a:srgbClr val="FFFFFF"/>
                </a:solidFill>
                <a:ea typeface="Helvetica Neue" charset="0"/>
                <a:cs typeface="Helvetica Neue" charset="0"/>
              </a:rPr>
              <a:t>revenue in </a:t>
            </a:r>
            <a:r>
              <a:rPr kumimoji="0" lang="en-US" sz="1100" b="0" i="0" u="none" strike="noStrike" kern="1200" cap="none" spc="0" normalizeH="0" baseline="0" noProof="0" dirty="0">
                <a:ln>
                  <a:noFill/>
                </a:ln>
                <a:solidFill>
                  <a:srgbClr val="FFFFFF"/>
                </a:solidFill>
                <a:effectLst/>
                <a:uLnTx/>
                <a:uFillTx/>
                <a:ea typeface="Helvetica Neue" charset="0"/>
                <a:cs typeface="Helvetica Neue" charset="0"/>
              </a:rPr>
              <a:t>2025</a:t>
            </a:r>
          </a:p>
        </p:txBody>
      </p:sp>
      <p:sp>
        <p:nvSpPr>
          <p:cNvPr id="11" name="Title 4">
            <a:extLst>
              <a:ext uri="{FF2B5EF4-FFF2-40B4-BE49-F238E27FC236}">
                <a16:creationId xmlns:a16="http://schemas.microsoft.com/office/drawing/2014/main" id="{05D4D5B4-53A3-8042-D9CE-89F1A12C3D27}"/>
              </a:ext>
            </a:extLst>
          </p:cNvPr>
          <p:cNvSpPr txBox="1">
            <a:spLocks/>
          </p:cNvSpPr>
          <p:nvPr/>
        </p:nvSpPr>
        <p:spPr>
          <a:xfrm>
            <a:off x="6048997" y="571500"/>
            <a:ext cx="3095001" cy="355869"/>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bg2"/>
                </a:solidFill>
                <a:latin typeface="+mj-lt"/>
                <a:ea typeface="+mj-ea"/>
                <a:cs typeface="+mj-cs"/>
              </a:defRPr>
            </a:lvl1pPr>
          </a:lstStyle>
          <a:p>
            <a:r>
              <a:rPr lang="en-US" noProof="0" dirty="0">
                <a:solidFill>
                  <a:schemeClr val="tx1"/>
                </a:solidFill>
                <a:latin typeface="+mn-lt"/>
                <a:cs typeface="Helvetica Neue"/>
              </a:rPr>
              <a:t>Orange Group numbers</a:t>
            </a:r>
            <a:endParaRPr lang="en-US" noProof="0" dirty="0">
              <a:solidFill>
                <a:schemeClr val="tx1"/>
              </a:solidFill>
              <a:latin typeface="+mn-lt"/>
            </a:endParaRPr>
          </a:p>
        </p:txBody>
      </p:sp>
      <p:sp>
        <p:nvSpPr>
          <p:cNvPr id="13" name="Rectangle 12">
            <a:extLst>
              <a:ext uri="{FF2B5EF4-FFF2-40B4-BE49-F238E27FC236}">
                <a16:creationId xmlns:a16="http://schemas.microsoft.com/office/drawing/2014/main" id="{25EE15BC-A3C9-DAEA-2230-91E29BC08B74}"/>
              </a:ext>
            </a:extLst>
          </p:cNvPr>
          <p:cNvSpPr/>
          <p:nvPr/>
        </p:nvSpPr>
        <p:spPr>
          <a:xfrm>
            <a:off x="6073238" y="1065679"/>
            <a:ext cx="564045" cy="492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pic>
        <p:nvPicPr>
          <p:cNvPr id="14" name="Graphique 29" descr="Globe terrestre : Europe et Afrique avec un remplissage uni">
            <a:extLst>
              <a:ext uri="{FF2B5EF4-FFF2-40B4-BE49-F238E27FC236}">
                <a16:creationId xmlns:a16="http://schemas.microsoft.com/office/drawing/2014/main" id="{00213998-59BA-6EE1-CC98-42AFFC21C54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17440" y="1059087"/>
            <a:ext cx="546985" cy="546985"/>
          </a:xfrm>
          <a:prstGeom prst="rect">
            <a:avLst/>
          </a:prstGeom>
        </p:spPr>
      </p:pic>
      <p:sp>
        <p:nvSpPr>
          <p:cNvPr id="15" name="Rectangle 14">
            <a:extLst>
              <a:ext uri="{FF2B5EF4-FFF2-40B4-BE49-F238E27FC236}">
                <a16:creationId xmlns:a16="http://schemas.microsoft.com/office/drawing/2014/main" id="{4F6DA43A-C99A-AD4F-C0B6-D4F12D40DD72}"/>
              </a:ext>
            </a:extLst>
          </p:cNvPr>
          <p:cNvSpPr/>
          <p:nvPr/>
        </p:nvSpPr>
        <p:spPr>
          <a:xfrm>
            <a:off x="5924384" y="1823714"/>
            <a:ext cx="733097" cy="555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pic>
        <p:nvPicPr>
          <p:cNvPr id="16" name="Graphique 39" descr="Connexions avec un remplissage uni">
            <a:extLst>
              <a:ext uri="{FF2B5EF4-FFF2-40B4-BE49-F238E27FC236}">
                <a16:creationId xmlns:a16="http://schemas.microsoft.com/office/drawing/2014/main" id="{90849700-27C0-B070-353C-AFB64F412C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9772" y="4130607"/>
            <a:ext cx="502320" cy="475021"/>
          </a:xfrm>
          <a:prstGeom prst="rect">
            <a:avLst/>
          </a:prstGeom>
        </p:spPr>
      </p:pic>
      <p:pic>
        <p:nvPicPr>
          <p:cNvPr id="17" name="Graphique 40" descr="Poignée de main avec un remplissage uni">
            <a:extLst>
              <a:ext uri="{FF2B5EF4-FFF2-40B4-BE49-F238E27FC236}">
                <a16:creationId xmlns:a16="http://schemas.microsoft.com/office/drawing/2014/main" id="{53282AC0-D8B7-8143-17C9-ACFD5714C7F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94835" y="1840211"/>
            <a:ext cx="522269" cy="522269"/>
          </a:xfrm>
          <a:prstGeom prst="rect">
            <a:avLst/>
          </a:prstGeom>
        </p:spPr>
      </p:pic>
      <p:sp>
        <p:nvSpPr>
          <p:cNvPr id="18" name="Rectangle 17">
            <a:extLst>
              <a:ext uri="{FF2B5EF4-FFF2-40B4-BE49-F238E27FC236}">
                <a16:creationId xmlns:a16="http://schemas.microsoft.com/office/drawing/2014/main" id="{4F6DDF0E-DE0A-9836-8388-3B073147C069}"/>
              </a:ext>
            </a:extLst>
          </p:cNvPr>
          <p:cNvSpPr/>
          <p:nvPr/>
        </p:nvSpPr>
        <p:spPr>
          <a:xfrm>
            <a:off x="5919602" y="3384466"/>
            <a:ext cx="733097" cy="555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pic>
        <p:nvPicPr>
          <p:cNvPr id="19" name="Image 44">
            <a:extLst>
              <a:ext uri="{FF2B5EF4-FFF2-40B4-BE49-F238E27FC236}">
                <a16:creationId xmlns:a16="http://schemas.microsoft.com/office/drawing/2014/main" id="{F4E2E72D-7878-E973-6F8D-11DC2F3B0FE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82024" y="3423210"/>
            <a:ext cx="417816" cy="417816"/>
          </a:xfrm>
          <a:prstGeom prst="rect">
            <a:avLst/>
          </a:prstGeom>
        </p:spPr>
      </p:pic>
      <p:pic>
        <p:nvPicPr>
          <p:cNvPr id="20" name="Graphique 46">
            <a:extLst>
              <a:ext uri="{FF2B5EF4-FFF2-40B4-BE49-F238E27FC236}">
                <a16:creationId xmlns:a16="http://schemas.microsoft.com/office/drawing/2014/main" id="{50DA8A1D-A791-0BB1-377C-DBF0BB66FAF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71129" y="2668158"/>
            <a:ext cx="439606" cy="439606"/>
          </a:xfrm>
          <a:prstGeom prst="rect">
            <a:avLst/>
          </a:prstGeom>
        </p:spPr>
      </p:pic>
      <p:cxnSp>
        <p:nvCxnSpPr>
          <p:cNvPr id="22" name="Straight Connector 21">
            <a:extLst>
              <a:ext uri="{FF2B5EF4-FFF2-40B4-BE49-F238E27FC236}">
                <a16:creationId xmlns:a16="http://schemas.microsoft.com/office/drawing/2014/main" id="{4DF29376-22E2-2C58-AD29-053445EFBFC4}"/>
              </a:ext>
            </a:extLst>
          </p:cNvPr>
          <p:cNvCxnSpPr/>
          <p:nvPr/>
        </p:nvCxnSpPr>
        <p:spPr>
          <a:xfrm>
            <a:off x="5580112" y="571500"/>
            <a:ext cx="0" cy="4088482"/>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524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83358-D2B1-7D04-7393-1C9FF8601A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60CBCE-966D-0449-045B-3B99F18D2B7F}"/>
              </a:ext>
            </a:extLst>
          </p:cNvPr>
          <p:cNvSpPr>
            <a:spLocks noGrp="1"/>
          </p:cNvSpPr>
          <p:nvPr>
            <p:ph idx="1"/>
          </p:nvPr>
        </p:nvSpPr>
        <p:spPr>
          <a:xfrm>
            <a:off x="569913" y="952023"/>
            <a:ext cx="7782151" cy="413442"/>
          </a:xfrm>
        </p:spPr>
        <p:txBody>
          <a:bodyPr/>
          <a:lstStyle/>
          <a:p>
            <a:pPr>
              <a:lnSpc>
                <a:spcPct val="100000"/>
              </a:lnSpc>
            </a:pPr>
            <a:r>
              <a:rPr lang="en-US" noProof="0" dirty="0">
                <a:solidFill>
                  <a:schemeClr val="tx1"/>
                </a:solidFill>
              </a:rPr>
              <a:t>Orange Business brings together the </a:t>
            </a:r>
            <a:r>
              <a:rPr lang="en-US" noProof="0" dirty="0"/>
              <a:t>scale </a:t>
            </a:r>
            <a:r>
              <a:rPr lang="en-US" noProof="0" dirty="0">
                <a:solidFill>
                  <a:schemeClr val="tx1"/>
                </a:solidFill>
              </a:rPr>
              <a:t>of a global operator, the </a:t>
            </a:r>
            <a:r>
              <a:rPr lang="en-US" noProof="0" dirty="0"/>
              <a:t>expertise</a:t>
            </a:r>
            <a:r>
              <a:rPr lang="en-US" noProof="0" dirty="0">
                <a:solidFill>
                  <a:schemeClr val="tx1"/>
                </a:solidFill>
              </a:rPr>
              <a:t> of a systems integrator, and the </a:t>
            </a:r>
            <a:r>
              <a:rPr lang="en-US" noProof="0" dirty="0"/>
              <a:t>agility</a:t>
            </a:r>
            <a:r>
              <a:rPr lang="en-US" noProof="0" dirty="0">
                <a:solidFill>
                  <a:schemeClr val="tx1"/>
                </a:solidFill>
              </a:rPr>
              <a:t> of a service platform player to seamlessly unify networks, cloud, data, AI, and security.</a:t>
            </a:r>
          </a:p>
        </p:txBody>
      </p:sp>
      <p:sp>
        <p:nvSpPr>
          <p:cNvPr id="3" name="Title 2">
            <a:extLst>
              <a:ext uri="{FF2B5EF4-FFF2-40B4-BE49-F238E27FC236}">
                <a16:creationId xmlns:a16="http://schemas.microsoft.com/office/drawing/2014/main" id="{33C00B75-5B92-28C5-7738-5CC94CD9DBCE}"/>
              </a:ext>
            </a:extLst>
          </p:cNvPr>
          <p:cNvSpPr>
            <a:spLocks noGrp="1"/>
          </p:cNvSpPr>
          <p:nvPr>
            <p:ph type="title"/>
          </p:nvPr>
        </p:nvSpPr>
        <p:spPr>
          <a:xfrm>
            <a:off x="569913" y="571500"/>
            <a:ext cx="4938191" cy="569913"/>
          </a:xfrm>
        </p:spPr>
        <p:txBody>
          <a:bodyPr/>
          <a:lstStyle/>
          <a:p>
            <a:r>
              <a:rPr lang="en-US" noProof="0" dirty="0"/>
              <a:t>Orange Business at a glance</a:t>
            </a:r>
          </a:p>
        </p:txBody>
      </p:sp>
      <p:sp>
        <p:nvSpPr>
          <p:cNvPr id="12" name="Rectangle 11">
            <a:extLst>
              <a:ext uri="{FF2B5EF4-FFF2-40B4-BE49-F238E27FC236}">
                <a16:creationId xmlns:a16="http://schemas.microsoft.com/office/drawing/2014/main" id="{1C40795F-7BF8-B6D6-641B-B3A34DA3D8F0}"/>
              </a:ext>
            </a:extLst>
          </p:cNvPr>
          <p:cNvSpPr/>
          <p:nvPr/>
        </p:nvSpPr>
        <p:spPr>
          <a:xfrm>
            <a:off x="1242002" y="1843978"/>
            <a:ext cx="3363540" cy="461665"/>
          </a:xfrm>
          <a:prstGeom prst="rect">
            <a:avLst/>
          </a:prstGeom>
        </p:spPr>
        <p:txBody>
          <a:bodyPr wrap="square" lIns="0" tIns="0" rIns="0" bIns="0">
            <a:spAutoFit/>
          </a:bodyPr>
          <a:lstStyle/>
          <a:p>
            <a:pPr marL="0" marR="0" lvl="0" indent="0" algn="l" defTabSz="914400" rtl="0" eaLnBrk="1" fontAlgn="auto" latinLnBrk="0" hangingPunct="1">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€7,3 billion</a:t>
            </a:r>
          </a:p>
          <a:p>
            <a:pPr marL="0" marR="0" lvl="0" indent="0" algn="l" defTabSz="914400" rtl="0" eaLnBrk="1" fontAlgn="auto" latinLnBrk="0" hangingPunct="1">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Helvetica Neue" charset="0"/>
                <a:cs typeface="Helvetica Neue" charset="0"/>
              </a:rPr>
              <a:t>Revenue in 2025</a:t>
            </a:r>
          </a:p>
        </p:txBody>
      </p:sp>
      <p:pic>
        <p:nvPicPr>
          <p:cNvPr id="21" name="Image 4">
            <a:extLst>
              <a:ext uri="{FF2B5EF4-FFF2-40B4-BE49-F238E27FC236}">
                <a16:creationId xmlns:a16="http://schemas.microsoft.com/office/drawing/2014/main" id="{4BE44E5D-B8D3-B8EC-47FD-66954F3A95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847" y="1804967"/>
            <a:ext cx="518695" cy="518695"/>
          </a:xfrm>
          <a:prstGeom prst="rect">
            <a:avLst/>
          </a:prstGeom>
        </p:spPr>
      </p:pic>
      <p:sp>
        <p:nvSpPr>
          <p:cNvPr id="23" name="Rectangle 22">
            <a:extLst>
              <a:ext uri="{FF2B5EF4-FFF2-40B4-BE49-F238E27FC236}">
                <a16:creationId xmlns:a16="http://schemas.microsoft.com/office/drawing/2014/main" id="{E8CBEBA2-E9BA-FA85-76C1-3918F7D1E5DB}"/>
              </a:ext>
            </a:extLst>
          </p:cNvPr>
          <p:cNvSpPr/>
          <p:nvPr/>
        </p:nvSpPr>
        <p:spPr>
          <a:xfrm>
            <a:off x="1242002" y="2624192"/>
            <a:ext cx="3546022" cy="461665"/>
          </a:xfrm>
          <a:prstGeom prst="rect">
            <a:avLst/>
          </a:prstGeom>
        </p:spPr>
        <p:txBody>
          <a:bodyPr wrap="square" lIns="0" tIns="0" rIns="0" bIns="0">
            <a:spAutoFit/>
          </a:bodyPr>
          <a:lstStyle/>
          <a:p>
            <a:pPr marL="0" marR="0" lvl="0" indent="0" algn="l" defTabSz="914400" rtl="0" eaLnBrk="1" fontAlgn="auto" latinLnBrk="0" hangingPunct="1">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a:t>
            </a:r>
            <a:r>
              <a:rPr lang="en-US" sz="1400" spc="-20" noProof="0" dirty="0">
                <a:solidFill>
                  <a:srgbClr val="FF7900"/>
                </a:solidFill>
                <a:ea typeface="Helvetica Neue" charset="0"/>
                <a:cs typeface="Helvetica Neue" charset="0"/>
              </a:rPr>
              <a:t>6,8</a:t>
            </a: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 Cyberdefense*</a:t>
            </a:r>
          </a:p>
          <a:p>
            <a:pPr marL="0" marR="0" lvl="0" indent="0" algn="l" defTabSz="914400" rtl="0" eaLnBrk="1" fontAlgn="auto" latinLnBrk="0" hangingPunct="1">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mn-ea"/>
                <a:cs typeface="+mn-cs"/>
              </a:rPr>
              <a:t>Revenue growth in 2025</a:t>
            </a:r>
          </a:p>
        </p:txBody>
      </p:sp>
      <p:pic>
        <p:nvPicPr>
          <p:cNvPr id="24" name="Image 5">
            <a:extLst>
              <a:ext uri="{FF2B5EF4-FFF2-40B4-BE49-F238E27FC236}">
                <a16:creationId xmlns:a16="http://schemas.microsoft.com/office/drawing/2014/main" id="{64359DC3-4E9E-F4D7-9AD5-938672C8F2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912" y="2586958"/>
            <a:ext cx="586161" cy="586161"/>
          </a:xfrm>
          <a:prstGeom prst="rect">
            <a:avLst/>
          </a:prstGeom>
        </p:spPr>
      </p:pic>
      <p:sp>
        <p:nvSpPr>
          <p:cNvPr id="25" name="Rectangle 24">
            <a:extLst>
              <a:ext uri="{FF2B5EF4-FFF2-40B4-BE49-F238E27FC236}">
                <a16:creationId xmlns:a16="http://schemas.microsoft.com/office/drawing/2014/main" id="{9DF1B4AE-C3EA-C847-9ADF-12B39CF5E974}"/>
              </a:ext>
            </a:extLst>
          </p:cNvPr>
          <p:cNvSpPr/>
          <p:nvPr/>
        </p:nvSpPr>
        <p:spPr>
          <a:xfrm>
            <a:off x="5076056" y="1825983"/>
            <a:ext cx="2360248" cy="461665"/>
          </a:xfrm>
          <a:prstGeom prst="rect">
            <a:avLst/>
          </a:prstGeom>
        </p:spPr>
        <p:txBody>
          <a:bodyPr wrap="square" lIns="0" tIns="0" rIns="0" bIns="0">
            <a:spAutoFit/>
          </a:bodyPr>
          <a:lstStyle/>
          <a:p>
            <a:pPr marL="0" marR="0" lvl="0" indent="0" algn="l" defTabSz="914400" rtl="0" eaLnBrk="1" fontAlgn="auto" latinLnBrk="0" hangingPunct="1">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30,000</a:t>
            </a:r>
          </a:p>
          <a:p>
            <a:pPr marL="0" marR="0" lvl="0" indent="0" algn="l" defTabSz="914400" rtl="0" eaLnBrk="1" fontAlgn="auto" latinLnBrk="0" hangingPunct="1">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Helvetica Neue" charset="0"/>
                <a:cs typeface="Helvetica Neue" charset="0"/>
              </a:rPr>
              <a:t>Employees</a:t>
            </a:r>
          </a:p>
        </p:txBody>
      </p:sp>
      <p:sp>
        <p:nvSpPr>
          <p:cNvPr id="26" name="Rectangle 25">
            <a:extLst>
              <a:ext uri="{FF2B5EF4-FFF2-40B4-BE49-F238E27FC236}">
                <a16:creationId xmlns:a16="http://schemas.microsoft.com/office/drawing/2014/main" id="{89CFA528-BA13-3A02-AA73-C5967489D712}"/>
              </a:ext>
            </a:extLst>
          </p:cNvPr>
          <p:cNvSpPr/>
          <p:nvPr/>
        </p:nvSpPr>
        <p:spPr>
          <a:xfrm>
            <a:off x="5076056" y="2575223"/>
            <a:ext cx="2338948" cy="461665"/>
          </a:xfrm>
          <a:prstGeom prst="rect">
            <a:avLst/>
          </a:prstGeom>
        </p:spPr>
        <p:txBody>
          <a:bodyPr wrap="square" lIns="0" tIns="0" rIns="0" bIns="0">
            <a:spAutoFit/>
          </a:bodyPr>
          <a:lstStyle/>
          <a:p>
            <a:pPr marL="0" marR="0" lvl="0" indent="0" algn="l" defTabSz="914400" rtl="0" eaLnBrk="1" fontAlgn="auto" latinLnBrk="0" hangingPunct="1">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40,000+</a:t>
            </a:r>
          </a:p>
          <a:p>
            <a:pPr marL="0" marR="0" lvl="0" indent="0" algn="l" defTabSz="914400" rtl="0" eaLnBrk="1" fontAlgn="auto" latinLnBrk="0" hangingPunct="1">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Helvetica Neue" charset="0"/>
                <a:cs typeface="Helvetica Neue" charset="0"/>
              </a:rPr>
              <a:t> B2B customers worldwide</a:t>
            </a:r>
            <a:endParaRPr kumimoji="0" lang="en-US" sz="1200" b="0" i="0" u="none" strike="noStrike" kern="1200" cap="none" spc="-20" normalizeH="0" baseline="0" noProof="0" dirty="0">
              <a:ln>
                <a:noFill/>
              </a:ln>
              <a:solidFill>
                <a:srgbClr val="FFFFFF"/>
              </a:solidFill>
              <a:effectLst/>
              <a:uLnTx/>
              <a:uFillTx/>
              <a:ea typeface="+mn-ea"/>
              <a:cs typeface="+mn-cs"/>
            </a:endParaRPr>
          </a:p>
        </p:txBody>
      </p:sp>
      <p:pic>
        <p:nvPicPr>
          <p:cNvPr id="29" name="Image 16">
            <a:extLst>
              <a:ext uri="{FF2B5EF4-FFF2-40B4-BE49-F238E27FC236}">
                <a16:creationId xmlns:a16="http://schemas.microsoft.com/office/drawing/2014/main" id="{1F115880-0499-368B-2F82-D4DF6AF0AA41}"/>
              </a:ext>
            </a:extLst>
          </p:cNvPr>
          <p:cNvPicPr>
            <a:picLocks noChangeAspect="1"/>
          </p:cNvPicPr>
          <p:nvPr/>
        </p:nvPicPr>
        <p:blipFill>
          <a:blip r:embed="rId4" cstate="print">
            <a:extLst>
              <a:ext uri="{28A0092B-C50C-407E-A947-70E740481C1C}">
                <a14:useLocalDpi xmlns:a14="http://schemas.microsoft.com/office/drawing/2010/main" val="0"/>
              </a:ext>
            </a:extLst>
          </a:blip>
          <a:srcRect t="14340" b="14154"/>
          <a:stretch/>
        </p:blipFill>
        <p:spPr>
          <a:xfrm>
            <a:off x="4388712" y="2577063"/>
            <a:ext cx="564951" cy="403975"/>
          </a:xfrm>
          <a:prstGeom prst="rect">
            <a:avLst/>
          </a:prstGeom>
        </p:spPr>
      </p:pic>
      <p:pic>
        <p:nvPicPr>
          <p:cNvPr id="30" name="Graphic 29">
            <a:extLst>
              <a:ext uri="{FF2B5EF4-FFF2-40B4-BE49-F238E27FC236}">
                <a16:creationId xmlns:a16="http://schemas.microsoft.com/office/drawing/2014/main" id="{C2D3743B-E24F-2BC7-11EC-AA556998605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40286" y="1779662"/>
            <a:ext cx="487358" cy="487358"/>
          </a:xfrm>
          <a:prstGeom prst="rect">
            <a:avLst/>
          </a:prstGeom>
        </p:spPr>
      </p:pic>
      <p:sp>
        <p:nvSpPr>
          <p:cNvPr id="31" name="Rectangle 30">
            <a:extLst>
              <a:ext uri="{FF2B5EF4-FFF2-40B4-BE49-F238E27FC236}">
                <a16:creationId xmlns:a16="http://schemas.microsoft.com/office/drawing/2014/main" id="{562DF9A1-A983-4396-3306-BC13C1522567}"/>
              </a:ext>
            </a:extLst>
          </p:cNvPr>
          <p:cNvSpPr/>
          <p:nvPr/>
        </p:nvSpPr>
        <p:spPr>
          <a:xfrm>
            <a:off x="1242003" y="3377842"/>
            <a:ext cx="2177870" cy="630942"/>
          </a:xfrm>
          <a:prstGeom prst="rect">
            <a:avLst/>
          </a:prstGeom>
        </p:spPr>
        <p:txBody>
          <a:bodyPr wrap="square" lIns="0" tIns="0" rIns="0" bIns="0">
            <a:spAutoFit/>
          </a:bodyPr>
          <a:lstStyle/>
          <a:p>
            <a:pPr marL="0" marR="0" lvl="0" indent="0" algn="l" defTabSz="914400" rtl="0" eaLnBrk="1" fontAlgn="auto" latinLnBrk="0" hangingPunct="1">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Helvetica Neue" charset="0"/>
                <a:cs typeface="Helvetica Neue" charset="0"/>
              </a:rPr>
              <a:t>200+ countries </a:t>
            </a:r>
          </a:p>
          <a:p>
            <a:pPr>
              <a:spcBef>
                <a:spcPts val="600"/>
              </a:spcBef>
              <a:defRPr/>
            </a:pPr>
            <a:r>
              <a:rPr lang="en-US" sz="1100" spc="-20" noProof="0" dirty="0">
                <a:solidFill>
                  <a:srgbClr val="FFFFFF"/>
                </a:solidFill>
              </a:rPr>
              <a:t>c</a:t>
            </a:r>
            <a:r>
              <a:rPr kumimoji="0" lang="en-US" sz="1100" b="0" i="0" u="none" strike="noStrike" kern="1200" cap="none" spc="-20" normalizeH="0" baseline="0" noProof="0" dirty="0">
                <a:ln>
                  <a:noFill/>
                </a:ln>
                <a:solidFill>
                  <a:srgbClr val="FFFFFF"/>
                </a:solidFill>
                <a:effectLst/>
                <a:uLnTx/>
                <a:uFillTx/>
                <a:ea typeface="+mn-ea"/>
                <a:cs typeface="+mn-cs"/>
              </a:rPr>
              <a:t>overed by Orange Business,</a:t>
            </a:r>
            <a:br>
              <a:rPr kumimoji="0" lang="en-US" sz="1100" b="0" i="0" u="none" strike="noStrike" kern="1200" cap="none" spc="-20" normalizeH="0" baseline="0" noProof="0" dirty="0">
                <a:ln>
                  <a:noFill/>
                </a:ln>
                <a:solidFill>
                  <a:srgbClr val="FFFFFF"/>
                </a:solidFill>
                <a:effectLst/>
                <a:uLnTx/>
                <a:uFillTx/>
                <a:ea typeface="+mn-ea"/>
                <a:cs typeface="+mn-cs"/>
              </a:rPr>
            </a:br>
            <a:r>
              <a:rPr lang="en-US" sz="1100" spc="-20" noProof="0" dirty="0">
                <a:solidFill>
                  <a:srgbClr val="FFFFFF"/>
                </a:solidFill>
                <a:ea typeface="Helvetica Neue" panose="02000503000000020004" pitchFamily="2" charset="0"/>
                <a:cs typeface="Helvetica Neue" panose="02000503000000020004" pitchFamily="2" charset="0"/>
              </a:rPr>
              <a:t>supervised 24/7</a:t>
            </a:r>
            <a:endParaRPr kumimoji="0" lang="en-US" sz="1100" b="0" i="0" u="none" strike="noStrike" kern="1200" cap="none" spc="-20" normalizeH="0" baseline="0" noProof="0" dirty="0">
              <a:ln>
                <a:noFill/>
              </a:ln>
              <a:solidFill>
                <a:srgbClr val="FFFFFF"/>
              </a:solidFill>
              <a:effectLst/>
              <a:uLnTx/>
              <a:uFillTx/>
              <a:ea typeface="+mn-ea"/>
              <a:cs typeface="+mn-cs"/>
            </a:endParaRPr>
          </a:p>
        </p:txBody>
      </p:sp>
      <p:pic>
        <p:nvPicPr>
          <p:cNvPr id="32" name="Graphique 9">
            <a:extLst>
              <a:ext uri="{FF2B5EF4-FFF2-40B4-BE49-F238E27FC236}">
                <a16:creationId xmlns:a16="http://schemas.microsoft.com/office/drawing/2014/main" id="{D61FF351-3873-18F5-85B8-82D7ACD5FF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639" y="3378661"/>
            <a:ext cx="514538" cy="514538"/>
          </a:xfrm>
          <a:prstGeom prst="rect">
            <a:avLst/>
          </a:prstGeom>
        </p:spPr>
      </p:pic>
      <p:sp>
        <p:nvSpPr>
          <p:cNvPr id="33" name="Rectangle 32">
            <a:extLst>
              <a:ext uri="{FF2B5EF4-FFF2-40B4-BE49-F238E27FC236}">
                <a16:creationId xmlns:a16="http://schemas.microsoft.com/office/drawing/2014/main" id="{9147D98D-AB6E-F1EA-1DA5-47F8D769AE1C}"/>
              </a:ext>
            </a:extLst>
          </p:cNvPr>
          <p:cNvSpPr/>
          <p:nvPr/>
        </p:nvSpPr>
        <p:spPr>
          <a:xfrm>
            <a:off x="5076055" y="3377842"/>
            <a:ext cx="3814851" cy="969496"/>
          </a:xfrm>
          <a:prstGeom prst="rect">
            <a:avLst/>
          </a:prstGeom>
          <a:noFill/>
        </p:spPr>
        <p:txBody>
          <a:bodyPr wrap="square" lIns="0" tIns="0" rIns="0" bIns="0">
            <a:spAutoFit/>
          </a:bodyPr>
          <a:lstStyle/>
          <a:p>
            <a:pPr>
              <a:spcBef>
                <a:spcPts val="600"/>
              </a:spcBef>
              <a:defRPr/>
            </a:pPr>
            <a:r>
              <a:rPr lang="en-US" sz="1400" spc="-20" noProof="0" dirty="0">
                <a:solidFill>
                  <a:srgbClr val="FF7900"/>
                </a:solidFill>
              </a:rPr>
              <a:t>70+ Data Centers across 5 continents</a:t>
            </a:r>
          </a:p>
          <a:p>
            <a:pPr>
              <a:spcBef>
                <a:spcPts val="600"/>
              </a:spcBef>
            </a:pPr>
            <a:r>
              <a:rPr lang="en-US" sz="1100" noProof="0" dirty="0"/>
              <a:t>for global hosting and cloud solutions, including sovereign infrastructure for customers requiring the highest level of data protection (Cloud Avenue, Ready SecNumCloud)</a:t>
            </a:r>
          </a:p>
        </p:txBody>
      </p:sp>
      <p:pic>
        <p:nvPicPr>
          <p:cNvPr id="34" name="Image 8">
            <a:extLst>
              <a:ext uri="{FF2B5EF4-FFF2-40B4-BE49-F238E27FC236}">
                <a16:creationId xmlns:a16="http://schemas.microsoft.com/office/drawing/2014/main" id="{59F6387F-DC33-31D8-C556-0409E38298C8}"/>
              </a:ext>
            </a:extLst>
          </p:cNvPr>
          <p:cNvPicPr>
            <a:picLocks noChangeAspect="1"/>
          </p:cNvPicPr>
          <p:nvPr/>
        </p:nvPicPr>
        <p:blipFill>
          <a:blip r:embed="rId9" cstate="print">
            <a:biLevel thresh="25000"/>
            <a:extLst>
              <a:ext uri="{28A0092B-C50C-407E-A947-70E740481C1C}">
                <a14:useLocalDpi xmlns:a14="http://schemas.microsoft.com/office/drawing/2010/main" val="0"/>
              </a:ext>
            </a:extLst>
          </a:blip>
          <a:stretch>
            <a:fillRect/>
          </a:stretch>
        </p:blipFill>
        <p:spPr>
          <a:xfrm>
            <a:off x="4424742" y="3377842"/>
            <a:ext cx="469417" cy="469417"/>
          </a:xfrm>
          <a:prstGeom prst="rect">
            <a:avLst/>
          </a:prstGeom>
        </p:spPr>
      </p:pic>
      <p:sp>
        <p:nvSpPr>
          <p:cNvPr id="4" name="ZoneTexte 3">
            <a:extLst>
              <a:ext uri="{FF2B5EF4-FFF2-40B4-BE49-F238E27FC236}">
                <a16:creationId xmlns:a16="http://schemas.microsoft.com/office/drawing/2014/main" id="{9F7EF3B3-85B4-767C-16AC-1C16E5F55E31}"/>
              </a:ext>
            </a:extLst>
          </p:cNvPr>
          <p:cNvSpPr txBox="1"/>
          <p:nvPr/>
        </p:nvSpPr>
        <p:spPr>
          <a:xfrm>
            <a:off x="550942" y="4394612"/>
            <a:ext cx="3741174" cy="138499"/>
          </a:xfrm>
          <a:prstGeom prst="rect">
            <a:avLst/>
          </a:prstGeom>
        </p:spPr>
        <p:txBody>
          <a:bodyPr wrap="square" lIns="0" tIns="0" rIns="0" bIns="0" rtlCol="0">
            <a:spAutoFit/>
          </a:bodyPr>
          <a:lstStyle/>
          <a:p>
            <a:r>
              <a:rPr lang="en-US" sz="900" noProof="0" dirty="0"/>
              <a:t>*Orange Business, powered by Orange Cyberdefense</a:t>
            </a:r>
          </a:p>
        </p:txBody>
      </p:sp>
    </p:spTree>
    <p:extLst>
      <p:ext uri="{BB962C8B-B14F-4D97-AF65-F5344CB8AC3E}">
        <p14:creationId xmlns:p14="http://schemas.microsoft.com/office/powerpoint/2010/main" val="2403861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B548E-8F5D-FD74-7A74-6C7250F0012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BB5424-C918-2676-FD0A-B8564D42A6B9}"/>
              </a:ext>
            </a:extLst>
          </p:cNvPr>
          <p:cNvSpPr>
            <a:spLocks noGrp="1"/>
          </p:cNvSpPr>
          <p:nvPr>
            <p:ph idx="1"/>
          </p:nvPr>
        </p:nvSpPr>
        <p:spPr>
          <a:xfrm>
            <a:off x="569913" y="1086727"/>
            <a:ext cx="3520394" cy="3209227"/>
          </a:xfrm>
        </p:spPr>
        <p:txBody>
          <a:bodyPr/>
          <a:lstStyle/>
          <a:p>
            <a:pPr>
              <a:lnSpc>
                <a:spcPct val="100000"/>
              </a:lnSpc>
            </a:pPr>
            <a:r>
              <a:rPr lang="en-US" noProof="0" dirty="0">
                <a:solidFill>
                  <a:srgbClr val="FFFFFF"/>
                </a:solidFill>
              </a:rPr>
              <a:t>With our strongest footprint in Europe and teams located in </a:t>
            </a:r>
            <a:r>
              <a:rPr lang="en-US" noProof="0" dirty="0"/>
              <a:t>65 countries worldwide,</a:t>
            </a:r>
            <a:r>
              <a:rPr lang="en-US" noProof="0" dirty="0">
                <a:solidFill>
                  <a:srgbClr val="FFFFFF"/>
                </a:solidFill>
              </a:rPr>
              <a:t> Orange Business combines deep local expertise with true global reach, deploying and monitoring networks and digital solutions daily.</a:t>
            </a:r>
          </a:p>
          <a:p>
            <a:pPr marL="185738" indent="-185738">
              <a:lnSpc>
                <a:spcPct val="100000"/>
              </a:lnSpc>
              <a:buClr>
                <a:schemeClr val="accent3"/>
              </a:buClr>
              <a:buSzPts val="1600"/>
              <a:buFont typeface="Symbol" panose="05050102010706020507" pitchFamily="18" charset="2"/>
              <a:buChar char=""/>
              <a:tabLst>
                <a:tab pos="131763" algn="l"/>
                <a:tab pos="449263" algn="l"/>
              </a:tabLst>
              <a:defRPr/>
            </a:pPr>
            <a:r>
              <a:rPr lang="en-US" noProof="0" dirty="0"/>
              <a:t>18 Security Operational Centers (SoC) </a:t>
            </a:r>
            <a:r>
              <a:rPr lang="en-US" noProof="0" dirty="0">
                <a:solidFill>
                  <a:srgbClr val="FFFFFF"/>
                </a:solidFill>
              </a:rPr>
              <a:t>around the world, monitoring and responding to events 24/7/365</a:t>
            </a:r>
            <a:endParaRPr lang="en-US" noProof="0" dirty="0">
              <a:solidFill>
                <a:schemeClr val="tx1"/>
              </a:solidFill>
            </a:endParaRPr>
          </a:p>
          <a:p>
            <a:pPr marL="185738" lvl="0" indent="-185738">
              <a:lnSpc>
                <a:spcPct val="100000"/>
              </a:lnSpc>
              <a:buClr>
                <a:srgbClr val="A885D8"/>
              </a:buClr>
              <a:buSzPts val="1600"/>
              <a:buFont typeface="Symbol" panose="05050102010706020507" pitchFamily="18" charset="2"/>
              <a:buChar char=""/>
              <a:tabLst>
                <a:tab pos="131763" algn="l"/>
                <a:tab pos="449263" algn="l"/>
              </a:tabLst>
              <a:defRPr/>
            </a:pPr>
            <a:r>
              <a:rPr lang="en-US" noProof="0" dirty="0"/>
              <a:t>15 CyberSoc </a:t>
            </a:r>
            <a:r>
              <a:rPr lang="en-US" noProof="0" dirty="0">
                <a:solidFill>
                  <a:srgbClr val="FFFFFF"/>
                </a:solidFill>
                <a:ea typeface="Helvetica 55 Roman" panose="02000503000000020004" pitchFamily="2" charset="0"/>
                <a:cs typeface="Helvetica 55 Roman" panose="02000503000000020004" pitchFamily="2" charset="0"/>
              </a:rPr>
              <a:t>that bring together the best expertise in threat analysis</a:t>
            </a:r>
          </a:p>
          <a:p>
            <a:pPr marL="185738" indent="-185738">
              <a:lnSpc>
                <a:spcPct val="100000"/>
              </a:lnSpc>
              <a:buClr>
                <a:schemeClr val="accent6"/>
              </a:buClr>
              <a:buSzPts val="1600"/>
              <a:buFont typeface="Symbol" panose="05050102010706020507" pitchFamily="18" charset="2"/>
              <a:buChar char=""/>
              <a:tabLst>
                <a:tab pos="131763" algn="l"/>
                <a:tab pos="449263" algn="l"/>
              </a:tabLst>
              <a:defRPr/>
            </a:pPr>
            <a:r>
              <a:rPr lang="en-US" noProof="0" dirty="0"/>
              <a:t>6 Major Service Centers (MSCs) </a:t>
            </a:r>
            <a:r>
              <a:rPr lang="en-US" noProof="0" dirty="0">
                <a:solidFill>
                  <a:srgbClr val="FFFFFF"/>
                </a:solidFill>
              </a:rPr>
              <a:t>located on all continents for 24/7 support</a:t>
            </a:r>
          </a:p>
        </p:txBody>
      </p:sp>
      <p:sp>
        <p:nvSpPr>
          <p:cNvPr id="3" name="Title 2">
            <a:extLst>
              <a:ext uri="{FF2B5EF4-FFF2-40B4-BE49-F238E27FC236}">
                <a16:creationId xmlns:a16="http://schemas.microsoft.com/office/drawing/2014/main" id="{BCF3C9F5-B783-00CE-38C6-3E9D5FB10509}"/>
              </a:ext>
            </a:extLst>
          </p:cNvPr>
          <p:cNvSpPr>
            <a:spLocks noGrp="1"/>
          </p:cNvSpPr>
          <p:nvPr>
            <p:ph type="title"/>
          </p:nvPr>
        </p:nvSpPr>
        <p:spPr>
          <a:xfrm>
            <a:off x="569913" y="571500"/>
            <a:ext cx="4938191" cy="569913"/>
          </a:xfrm>
        </p:spPr>
        <p:txBody>
          <a:bodyPr/>
          <a:lstStyle/>
          <a:p>
            <a:r>
              <a:rPr lang="en-US" noProof="0" dirty="0"/>
              <a:t>Global presence, local service</a:t>
            </a:r>
          </a:p>
        </p:txBody>
      </p:sp>
      <p:pic>
        <p:nvPicPr>
          <p:cNvPr id="4" name="Graphic 1388">
            <a:extLst>
              <a:ext uri="{FF2B5EF4-FFF2-40B4-BE49-F238E27FC236}">
                <a16:creationId xmlns:a16="http://schemas.microsoft.com/office/drawing/2014/main" id="{6415A2B9-7815-C901-531F-938C733DFB86}"/>
              </a:ext>
            </a:extLst>
          </p:cNvPr>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3392" y="1460231"/>
            <a:ext cx="4396006" cy="2493134"/>
          </a:xfrm>
          <a:prstGeom prst="rect">
            <a:avLst/>
          </a:prstGeom>
        </p:spPr>
      </p:pic>
    </p:spTree>
    <p:extLst>
      <p:ext uri="{BB962C8B-B14F-4D97-AF65-F5344CB8AC3E}">
        <p14:creationId xmlns:p14="http://schemas.microsoft.com/office/powerpoint/2010/main" val="214497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F2CFC7-D9D9-35FF-C0D2-D009E9CB59C6}"/>
              </a:ext>
            </a:extLst>
          </p:cNvPr>
          <p:cNvSpPr>
            <a:spLocks noGrp="1"/>
          </p:cNvSpPr>
          <p:nvPr>
            <p:ph idx="1"/>
          </p:nvPr>
        </p:nvSpPr>
        <p:spPr>
          <a:xfrm>
            <a:off x="603668" y="1581832"/>
            <a:ext cx="3735810" cy="2214054"/>
          </a:xfrm>
        </p:spPr>
        <p:txBody>
          <a:bodyPr/>
          <a:lstStyle/>
          <a:p>
            <a:pPr>
              <a:lnSpc>
                <a:spcPct val="100000"/>
              </a:lnSpc>
            </a:pPr>
            <a:r>
              <a:rPr lang="en-US" noProof="0" dirty="0">
                <a:solidFill>
                  <a:schemeClr val="tx1"/>
                </a:solidFill>
              </a:rPr>
              <a:t>All over the world, Orange Business works with businesses across a wide range of industries to make their digital transformation impactful and sustainable. </a:t>
            </a:r>
            <a:br>
              <a:rPr lang="en-US" noProof="0" dirty="0">
                <a:solidFill>
                  <a:schemeClr val="tx1"/>
                </a:solidFill>
              </a:rPr>
            </a:br>
            <a:br>
              <a:rPr lang="en-US" noProof="0" dirty="0">
                <a:solidFill>
                  <a:schemeClr val="tx1"/>
                </a:solidFill>
              </a:rPr>
            </a:br>
            <a:r>
              <a:rPr lang="en-US" noProof="0" dirty="0">
                <a:solidFill>
                  <a:schemeClr val="tx1"/>
                </a:solidFill>
              </a:rPr>
              <a:t>Orange Business is </a:t>
            </a:r>
            <a:r>
              <a:rPr lang="en-US" noProof="0" dirty="0"/>
              <a:t>trusted </a:t>
            </a:r>
            <a:r>
              <a:rPr lang="en-US" noProof="0" dirty="0">
                <a:solidFill>
                  <a:schemeClr val="tx1"/>
                </a:solidFill>
              </a:rPr>
              <a:t>for its expertise in </a:t>
            </a:r>
            <a:r>
              <a:rPr lang="en-US" noProof="0" dirty="0"/>
              <a:t>connectivity, cloud and cybersecurity</a:t>
            </a:r>
            <a:r>
              <a:rPr lang="en-US" noProof="0" dirty="0">
                <a:solidFill>
                  <a:schemeClr val="tx1"/>
                </a:solidFill>
              </a:rPr>
              <a:t>. </a:t>
            </a:r>
          </a:p>
          <a:p>
            <a:pPr>
              <a:lnSpc>
                <a:spcPct val="100000"/>
              </a:lnSpc>
            </a:pPr>
            <a:r>
              <a:rPr lang="en-US" noProof="0" dirty="0">
                <a:solidFill>
                  <a:schemeClr val="tx1"/>
                </a:solidFill>
              </a:rPr>
              <a:t>Since 2025 we have introduced a particular focus on sectors where trust matters most: </a:t>
            </a:r>
            <a:r>
              <a:rPr lang="en-US" noProof="0" dirty="0"/>
              <a:t>Defense</a:t>
            </a:r>
            <a:r>
              <a:rPr lang="en-US" noProof="0" dirty="0">
                <a:solidFill>
                  <a:schemeClr val="tx1"/>
                </a:solidFill>
              </a:rPr>
              <a:t> and </a:t>
            </a:r>
            <a:r>
              <a:rPr lang="en-US" noProof="0" dirty="0"/>
              <a:t>Healthcar</a:t>
            </a:r>
            <a:r>
              <a:rPr lang="en-US" noProof="0" dirty="0">
                <a:solidFill>
                  <a:srgbClr val="FF7900"/>
                </a:solidFill>
              </a:rPr>
              <a:t>e.</a:t>
            </a:r>
          </a:p>
        </p:txBody>
      </p:sp>
      <p:sp>
        <p:nvSpPr>
          <p:cNvPr id="3" name="Title 2">
            <a:extLst>
              <a:ext uri="{FF2B5EF4-FFF2-40B4-BE49-F238E27FC236}">
                <a16:creationId xmlns:a16="http://schemas.microsoft.com/office/drawing/2014/main" id="{CFF2D55E-3C89-1398-D351-172E2D6C821B}"/>
              </a:ext>
            </a:extLst>
          </p:cNvPr>
          <p:cNvSpPr>
            <a:spLocks noGrp="1"/>
          </p:cNvSpPr>
          <p:nvPr>
            <p:ph type="title"/>
          </p:nvPr>
        </p:nvSpPr>
        <p:spPr>
          <a:xfrm>
            <a:off x="569913" y="571500"/>
            <a:ext cx="4938191" cy="569913"/>
          </a:xfrm>
        </p:spPr>
        <p:txBody>
          <a:bodyPr/>
          <a:lstStyle/>
          <a:p>
            <a:pPr>
              <a:lnSpc>
                <a:spcPct val="100000"/>
              </a:lnSpc>
            </a:pPr>
            <a:r>
              <a:rPr lang="en-US" noProof="0" dirty="0"/>
              <a:t>Meeting the major digital challenges  faced by enterprises, together</a:t>
            </a:r>
          </a:p>
        </p:txBody>
      </p:sp>
      <p:sp>
        <p:nvSpPr>
          <p:cNvPr id="13" name="Rectangle 12">
            <a:extLst>
              <a:ext uri="{FF2B5EF4-FFF2-40B4-BE49-F238E27FC236}">
                <a16:creationId xmlns:a16="http://schemas.microsoft.com/office/drawing/2014/main" id="{BF451D20-3D10-CAA9-7B19-DACCC5283A9A}"/>
              </a:ext>
            </a:extLst>
          </p:cNvPr>
          <p:cNvSpPr/>
          <p:nvPr/>
        </p:nvSpPr>
        <p:spPr>
          <a:xfrm>
            <a:off x="5658795" y="1353884"/>
            <a:ext cx="564045" cy="492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sp>
        <p:nvSpPr>
          <p:cNvPr id="15" name="Rectangle 14">
            <a:extLst>
              <a:ext uri="{FF2B5EF4-FFF2-40B4-BE49-F238E27FC236}">
                <a16:creationId xmlns:a16="http://schemas.microsoft.com/office/drawing/2014/main" id="{77299B3A-FCEA-30DD-6EB4-C9A95FB7199B}"/>
              </a:ext>
            </a:extLst>
          </p:cNvPr>
          <p:cNvSpPr/>
          <p:nvPr/>
        </p:nvSpPr>
        <p:spPr>
          <a:xfrm>
            <a:off x="5509941" y="2111919"/>
            <a:ext cx="733097" cy="555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sp>
        <p:nvSpPr>
          <p:cNvPr id="18" name="Rectangle 17">
            <a:extLst>
              <a:ext uri="{FF2B5EF4-FFF2-40B4-BE49-F238E27FC236}">
                <a16:creationId xmlns:a16="http://schemas.microsoft.com/office/drawing/2014/main" id="{FAB89859-53BB-E797-00B5-12886E780EE0}"/>
              </a:ext>
            </a:extLst>
          </p:cNvPr>
          <p:cNvSpPr/>
          <p:nvPr/>
        </p:nvSpPr>
        <p:spPr>
          <a:xfrm>
            <a:off x="5505159" y="3672671"/>
            <a:ext cx="733097" cy="555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noProof="0" dirty="0">
              <a:solidFill>
                <a:srgbClr val="000000"/>
              </a:solidFill>
            </a:endParaRPr>
          </a:p>
        </p:txBody>
      </p:sp>
      <p:pic>
        <p:nvPicPr>
          <p:cNvPr id="21" name="Picture 20">
            <a:extLst>
              <a:ext uri="{FF2B5EF4-FFF2-40B4-BE49-F238E27FC236}">
                <a16:creationId xmlns:a16="http://schemas.microsoft.com/office/drawing/2014/main" id="{070FA259-275D-DFE6-FF81-BF2E332679CC}"/>
              </a:ext>
            </a:extLst>
          </p:cNvPr>
          <p:cNvPicPr>
            <a:picLocks noChangeAspect="1"/>
          </p:cNvPicPr>
          <p:nvPr/>
        </p:nvPicPr>
        <p:blipFill>
          <a:blip r:embed="rId2"/>
          <a:stretch>
            <a:fillRect/>
          </a:stretch>
        </p:blipFill>
        <p:spPr>
          <a:xfrm>
            <a:off x="5776891" y="3481327"/>
            <a:ext cx="710257" cy="710257"/>
          </a:xfrm>
          <a:prstGeom prst="rect">
            <a:avLst/>
          </a:prstGeom>
        </p:spPr>
      </p:pic>
      <p:pic>
        <p:nvPicPr>
          <p:cNvPr id="24" name="Picture 23">
            <a:extLst>
              <a:ext uri="{FF2B5EF4-FFF2-40B4-BE49-F238E27FC236}">
                <a16:creationId xmlns:a16="http://schemas.microsoft.com/office/drawing/2014/main" id="{04B5517E-6F50-748F-1E3A-96D4BCC14DD1}"/>
              </a:ext>
            </a:extLst>
          </p:cNvPr>
          <p:cNvPicPr>
            <a:picLocks noChangeAspect="1"/>
          </p:cNvPicPr>
          <p:nvPr/>
        </p:nvPicPr>
        <p:blipFill>
          <a:blip r:embed="rId3"/>
          <a:stretch>
            <a:fillRect/>
          </a:stretch>
        </p:blipFill>
        <p:spPr>
          <a:xfrm>
            <a:off x="4766139" y="3481327"/>
            <a:ext cx="710257" cy="710257"/>
          </a:xfrm>
          <a:prstGeom prst="rect">
            <a:avLst/>
          </a:prstGeom>
        </p:spPr>
      </p:pic>
      <p:pic>
        <p:nvPicPr>
          <p:cNvPr id="30" name="Picture 29">
            <a:extLst>
              <a:ext uri="{FF2B5EF4-FFF2-40B4-BE49-F238E27FC236}">
                <a16:creationId xmlns:a16="http://schemas.microsoft.com/office/drawing/2014/main" id="{9F394BB9-3BDA-16EE-2EFA-1A9104739E97}"/>
              </a:ext>
            </a:extLst>
          </p:cNvPr>
          <p:cNvPicPr>
            <a:picLocks noChangeAspect="1"/>
          </p:cNvPicPr>
          <p:nvPr/>
        </p:nvPicPr>
        <p:blipFill>
          <a:blip r:embed="rId4"/>
          <a:stretch>
            <a:fillRect/>
          </a:stretch>
        </p:blipFill>
        <p:spPr>
          <a:xfrm>
            <a:off x="5776891" y="1421519"/>
            <a:ext cx="710257" cy="710257"/>
          </a:xfrm>
          <a:prstGeom prst="rect">
            <a:avLst/>
          </a:prstGeom>
        </p:spPr>
      </p:pic>
      <p:pic>
        <p:nvPicPr>
          <p:cNvPr id="32" name="Picture 31">
            <a:extLst>
              <a:ext uri="{FF2B5EF4-FFF2-40B4-BE49-F238E27FC236}">
                <a16:creationId xmlns:a16="http://schemas.microsoft.com/office/drawing/2014/main" id="{2552AD8D-77A5-0AF2-3DAD-D719F3CC926F}"/>
              </a:ext>
            </a:extLst>
          </p:cNvPr>
          <p:cNvPicPr>
            <a:picLocks noChangeAspect="1"/>
          </p:cNvPicPr>
          <p:nvPr/>
        </p:nvPicPr>
        <p:blipFill>
          <a:blip r:embed="rId5"/>
          <a:stretch>
            <a:fillRect/>
          </a:stretch>
        </p:blipFill>
        <p:spPr>
          <a:xfrm>
            <a:off x="5776891" y="2432809"/>
            <a:ext cx="710257" cy="710257"/>
          </a:xfrm>
          <a:prstGeom prst="rect">
            <a:avLst/>
          </a:prstGeom>
        </p:spPr>
      </p:pic>
      <p:pic>
        <p:nvPicPr>
          <p:cNvPr id="34" name="Picture 33">
            <a:extLst>
              <a:ext uri="{FF2B5EF4-FFF2-40B4-BE49-F238E27FC236}">
                <a16:creationId xmlns:a16="http://schemas.microsoft.com/office/drawing/2014/main" id="{CC9611D7-12F9-6799-06E5-6461C2E5D8DF}"/>
              </a:ext>
            </a:extLst>
          </p:cNvPr>
          <p:cNvPicPr>
            <a:picLocks noChangeAspect="1"/>
          </p:cNvPicPr>
          <p:nvPr/>
        </p:nvPicPr>
        <p:blipFill>
          <a:blip r:embed="rId6"/>
          <a:stretch>
            <a:fillRect/>
          </a:stretch>
        </p:blipFill>
        <p:spPr>
          <a:xfrm>
            <a:off x="4766139" y="2432809"/>
            <a:ext cx="710257" cy="710257"/>
          </a:xfrm>
          <a:prstGeom prst="rect">
            <a:avLst/>
          </a:prstGeom>
        </p:spPr>
      </p:pic>
      <p:pic>
        <p:nvPicPr>
          <p:cNvPr id="36" name="Picture 35">
            <a:extLst>
              <a:ext uri="{FF2B5EF4-FFF2-40B4-BE49-F238E27FC236}">
                <a16:creationId xmlns:a16="http://schemas.microsoft.com/office/drawing/2014/main" id="{A07F3E1B-73B6-6C43-B891-2B200660DCE5}"/>
              </a:ext>
            </a:extLst>
          </p:cNvPr>
          <p:cNvPicPr>
            <a:picLocks noChangeAspect="1"/>
          </p:cNvPicPr>
          <p:nvPr/>
        </p:nvPicPr>
        <p:blipFill>
          <a:blip r:embed="rId7"/>
          <a:stretch>
            <a:fillRect/>
          </a:stretch>
        </p:blipFill>
        <p:spPr>
          <a:xfrm>
            <a:off x="6777918" y="1421519"/>
            <a:ext cx="710257" cy="710257"/>
          </a:xfrm>
          <a:prstGeom prst="rect">
            <a:avLst/>
          </a:prstGeom>
        </p:spPr>
      </p:pic>
      <p:pic>
        <p:nvPicPr>
          <p:cNvPr id="38" name="Picture 37">
            <a:extLst>
              <a:ext uri="{FF2B5EF4-FFF2-40B4-BE49-F238E27FC236}">
                <a16:creationId xmlns:a16="http://schemas.microsoft.com/office/drawing/2014/main" id="{F33FF2F7-FD01-3147-9DDE-EA102344226D}"/>
              </a:ext>
            </a:extLst>
          </p:cNvPr>
          <p:cNvPicPr>
            <a:picLocks noChangeAspect="1"/>
          </p:cNvPicPr>
          <p:nvPr/>
        </p:nvPicPr>
        <p:blipFill>
          <a:blip r:embed="rId8"/>
          <a:stretch>
            <a:fillRect/>
          </a:stretch>
        </p:blipFill>
        <p:spPr>
          <a:xfrm>
            <a:off x="4766139" y="1421519"/>
            <a:ext cx="710257" cy="710257"/>
          </a:xfrm>
          <a:prstGeom prst="rect">
            <a:avLst/>
          </a:prstGeom>
        </p:spPr>
      </p:pic>
      <p:pic>
        <p:nvPicPr>
          <p:cNvPr id="40" name="Picture 39">
            <a:extLst>
              <a:ext uri="{FF2B5EF4-FFF2-40B4-BE49-F238E27FC236}">
                <a16:creationId xmlns:a16="http://schemas.microsoft.com/office/drawing/2014/main" id="{6A092EF0-7DE1-47EE-92D1-F5E307B02E7B}"/>
              </a:ext>
            </a:extLst>
          </p:cNvPr>
          <p:cNvPicPr>
            <a:picLocks noChangeAspect="1"/>
          </p:cNvPicPr>
          <p:nvPr/>
        </p:nvPicPr>
        <p:blipFill>
          <a:blip r:embed="rId9"/>
          <a:stretch>
            <a:fillRect/>
          </a:stretch>
        </p:blipFill>
        <p:spPr>
          <a:xfrm>
            <a:off x="7761230" y="2432809"/>
            <a:ext cx="710257" cy="710257"/>
          </a:xfrm>
          <a:prstGeom prst="rect">
            <a:avLst/>
          </a:prstGeom>
        </p:spPr>
      </p:pic>
      <p:pic>
        <p:nvPicPr>
          <p:cNvPr id="44" name="Picture 43">
            <a:extLst>
              <a:ext uri="{FF2B5EF4-FFF2-40B4-BE49-F238E27FC236}">
                <a16:creationId xmlns:a16="http://schemas.microsoft.com/office/drawing/2014/main" id="{95851596-D35D-46BC-0771-3671E7BC0A6E}"/>
              </a:ext>
            </a:extLst>
          </p:cNvPr>
          <p:cNvPicPr>
            <a:picLocks noChangeAspect="1"/>
          </p:cNvPicPr>
          <p:nvPr/>
        </p:nvPicPr>
        <p:blipFill>
          <a:blip r:embed="rId10"/>
          <a:stretch>
            <a:fillRect/>
          </a:stretch>
        </p:blipFill>
        <p:spPr>
          <a:xfrm>
            <a:off x="6777918" y="3481327"/>
            <a:ext cx="710257" cy="710257"/>
          </a:xfrm>
          <a:prstGeom prst="rect">
            <a:avLst/>
          </a:prstGeom>
        </p:spPr>
      </p:pic>
      <p:pic>
        <p:nvPicPr>
          <p:cNvPr id="46" name="Picture 45">
            <a:extLst>
              <a:ext uri="{FF2B5EF4-FFF2-40B4-BE49-F238E27FC236}">
                <a16:creationId xmlns:a16="http://schemas.microsoft.com/office/drawing/2014/main" id="{66E98BD8-9B58-7663-A9C4-71B419B87F33}"/>
              </a:ext>
            </a:extLst>
          </p:cNvPr>
          <p:cNvPicPr>
            <a:picLocks noChangeAspect="1"/>
          </p:cNvPicPr>
          <p:nvPr/>
        </p:nvPicPr>
        <p:blipFill>
          <a:blip r:embed="rId11"/>
          <a:stretch>
            <a:fillRect/>
          </a:stretch>
        </p:blipFill>
        <p:spPr>
          <a:xfrm>
            <a:off x="7761230" y="1421519"/>
            <a:ext cx="710257" cy="710257"/>
          </a:xfrm>
          <a:prstGeom prst="rect">
            <a:avLst/>
          </a:prstGeom>
        </p:spPr>
      </p:pic>
      <p:pic>
        <p:nvPicPr>
          <p:cNvPr id="48" name="Picture 47">
            <a:extLst>
              <a:ext uri="{FF2B5EF4-FFF2-40B4-BE49-F238E27FC236}">
                <a16:creationId xmlns:a16="http://schemas.microsoft.com/office/drawing/2014/main" id="{6B4EED15-6E27-11B5-225C-E4F7132588B8}"/>
              </a:ext>
            </a:extLst>
          </p:cNvPr>
          <p:cNvPicPr>
            <a:picLocks noChangeAspect="1"/>
          </p:cNvPicPr>
          <p:nvPr/>
        </p:nvPicPr>
        <p:blipFill>
          <a:blip r:embed="rId12"/>
          <a:stretch>
            <a:fillRect/>
          </a:stretch>
        </p:blipFill>
        <p:spPr>
          <a:xfrm>
            <a:off x="7761230" y="3481327"/>
            <a:ext cx="710257" cy="710257"/>
          </a:xfrm>
          <a:prstGeom prst="rect">
            <a:avLst/>
          </a:prstGeom>
        </p:spPr>
      </p:pic>
      <p:pic>
        <p:nvPicPr>
          <p:cNvPr id="50" name="Picture 49">
            <a:extLst>
              <a:ext uri="{FF2B5EF4-FFF2-40B4-BE49-F238E27FC236}">
                <a16:creationId xmlns:a16="http://schemas.microsoft.com/office/drawing/2014/main" id="{E32D523B-162C-DA44-2224-43B9120BEC6E}"/>
              </a:ext>
            </a:extLst>
          </p:cNvPr>
          <p:cNvPicPr>
            <a:picLocks noChangeAspect="1"/>
          </p:cNvPicPr>
          <p:nvPr/>
        </p:nvPicPr>
        <p:blipFill>
          <a:blip r:embed="rId13"/>
          <a:stretch>
            <a:fillRect/>
          </a:stretch>
        </p:blipFill>
        <p:spPr>
          <a:xfrm>
            <a:off x="6777918" y="2432809"/>
            <a:ext cx="710257" cy="710257"/>
          </a:xfrm>
          <a:prstGeom prst="rect">
            <a:avLst/>
          </a:prstGeom>
        </p:spPr>
      </p:pic>
    </p:spTree>
    <p:extLst>
      <p:ext uri="{BB962C8B-B14F-4D97-AF65-F5344CB8AC3E}">
        <p14:creationId xmlns:p14="http://schemas.microsoft.com/office/powerpoint/2010/main" val="118536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09840-C6C7-7651-0887-F2A4CC420E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6649B1-149E-F350-ADAE-4C8E365EBAC1}"/>
              </a:ext>
            </a:extLst>
          </p:cNvPr>
          <p:cNvSpPr>
            <a:spLocks noGrp="1"/>
          </p:cNvSpPr>
          <p:nvPr>
            <p:ph idx="1"/>
          </p:nvPr>
        </p:nvSpPr>
        <p:spPr>
          <a:xfrm>
            <a:off x="569913" y="1899668"/>
            <a:ext cx="3570039" cy="542924"/>
          </a:xfrm>
        </p:spPr>
        <p:txBody>
          <a:bodyPr/>
          <a:lstStyle/>
          <a:p>
            <a:pPr>
              <a:lnSpc>
                <a:spcPct val="100000"/>
              </a:lnSpc>
            </a:pPr>
            <a:r>
              <a:rPr lang="en-US" noProof="0" dirty="0">
                <a:solidFill>
                  <a:schemeClr val="tx1"/>
                </a:solidFill>
              </a:rPr>
              <a:t>An </a:t>
            </a:r>
            <a:r>
              <a:rPr lang="en-US" noProof="0" dirty="0"/>
              <a:t>industrialized approach </a:t>
            </a:r>
            <a:r>
              <a:rPr lang="en-US" noProof="0" dirty="0">
                <a:solidFill>
                  <a:schemeClr val="tx1"/>
                </a:solidFill>
              </a:rPr>
              <a:t>delivering tailored, interoperable solutions designed around 4 pillars</a:t>
            </a:r>
          </a:p>
        </p:txBody>
      </p:sp>
      <p:sp>
        <p:nvSpPr>
          <p:cNvPr id="3" name="Title 2">
            <a:extLst>
              <a:ext uri="{FF2B5EF4-FFF2-40B4-BE49-F238E27FC236}">
                <a16:creationId xmlns:a16="http://schemas.microsoft.com/office/drawing/2014/main" id="{15A38F3F-4C13-049E-7F07-C0DC23BD12A2}"/>
              </a:ext>
            </a:extLst>
          </p:cNvPr>
          <p:cNvSpPr>
            <a:spLocks noGrp="1"/>
          </p:cNvSpPr>
          <p:nvPr>
            <p:ph type="title"/>
          </p:nvPr>
        </p:nvSpPr>
        <p:spPr>
          <a:xfrm>
            <a:off x="569913" y="571500"/>
            <a:ext cx="8004174" cy="848122"/>
          </a:xfrm>
        </p:spPr>
        <p:txBody>
          <a:bodyPr/>
          <a:lstStyle/>
          <a:p>
            <a:pPr>
              <a:lnSpc>
                <a:spcPct val="100000"/>
              </a:lnSpc>
            </a:pPr>
            <a:r>
              <a:rPr lang="en-US" noProof="0" dirty="0"/>
              <a:t>A dedicated Defense &amp; Security Division</a:t>
            </a:r>
            <a:br>
              <a:rPr lang="en-US" noProof="0" dirty="0"/>
            </a:br>
            <a:br>
              <a:rPr lang="en-US" noProof="0" dirty="0">
                <a:solidFill>
                  <a:schemeClr val="tx1"/>
                </a:solidFill>
              </a:rPr>
            </a:br>
            <a:endParaRPr lang="en-US" noProof="0" dirty="0"/>
          </a:p>
        </p:txBody>
      </p:sp>
      <p:sp>
        <p:nvSpPr>
          <p:cNvPr id="9" name="Content Placeholder 1">
            <a:extLst>
              <a:ext uri="{FF2B5EF4-FFF2-40B4-BE49-F238E27FC236}">
                <a16:creationId xmlns:a16="http://schemas.microsoft.com/office/drawing/2014/main" id="{7838C744-7C75-21A4-4D7A-1577B26CA85C}"/>
              </a:ext>
            </a:extLst>
          </p:cNvPr>
          <p:cNvSpPr txBox="1">
            <a:spLocks/>
          </p:cNvSpPr>
          <p:nvPr/>
        </p:nvSpPr>
        <p:spPr>
          <a:xfrm>
            <a:off x="827584" y="2643758"/>
            <a:ext cx="3561053" cy="149692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US" noProof="0" dirty="0">
                <a:solidFill>
                  <a:schemeClr val="tx1"/>
                </a:solidFill>
              </a:rPr>
              <a:t>Secure and resilient connectivity</a:t>
            </a:r>
          </a:p>
          <a:p>
            <a:pPr>
              <a:lnSpc>
                <a:spcPct val="150000"/>
              </a:lnSpc>
            </a:pPr>
            <a:r>
              <a:rPr lang="en-US" noProof="0" dirty="0">
                <a:solidFill>
                  <a:schemeClr val="tx1"/>
                </a:solidFill>
              </a:rPr>
              <a:t>Data Sovereignty</a:t>
            </a:r>
          </a:p>
          <a:p>
            <a:pPr>
              <a:lnSpc>
                <a:spcPct val="150000"/>
              </a:lnSpc>
            </a:pPr>
            <a:r>
              <a:rPr lang="en-US" noProof="0" dirty="0">
                <a:solidFill>
                  <a:schemeClr val="tx1"/>
                </a:solidFill>
              </a:rPr>
              <a:t>Tactical networks &amp; Operational solutions</a:t>
            </a:r>
          </a:p>
          <a:p>
            <a:pPr>
              <a:lnSpc>
                <a:spcPct val="150000"/>
              </a:lnSpc>
            </a:pPr>
            <a:r>
              <a:rPr lang="en-US" noProof="0" dirty="0">
                <a:solidFill>
                  <a:schemeClr val="tx1"/>
                </a:solidFill>
              </a:rPr>
              <a:t>Sector-adapted cybersecurity</a:t>
            </a:r>
          </a:p>
          <a:p>
            <a:pPr>
              <a:lnSpc>
                <a:spcPct val="150000"/>
              </a:lnSpc>
            </a:pPr>
            <a:endParaRPr lang="en-US" noProof="0" dirty="0">
              <a:solidFill>
                <a:schemeClr val="tx1"/>
              </a:solidFill>
            </a:endParaRPr>
          </a:p>
          <a:p>
            <a:pPr>
              <a:lnSpc>
                <a:spcPct val="150000"/>
              </a:lnSpc>
            </a:pPr>
            <a:endParaRPr lang="en-US" noProof="0" dirty="0">
              <a:solidFill>
                <a:schemeClr val="tx1"/>
              </a:solidFill>
            </a:endParaRPr>
          </a:p>
        </p:txBody>
      </p:sp>
      <p:sp>
        <p:nvSpPr>
          <p:cNvPr id="10" name="Content Placeholder 1">
            <a:extLst>
              <a:ext uri="{FF2B5EF4-FFF2-40B4-BE49-F238E27FC236}">
                <a16:creationId xmlns:a16="http://schemas.microsoft.com/office/drawing/2014/main" id="{F026BCD7-2DBC-A6ED-D429-9CBE1B48C245}"/>
              </a:ext>
            </a:extLst>
          </p:cNvPr>
          <p:cNvSpPr txBox="1">
            <a:spLocks/>
          </p:cNvSpPr>
          <p:nvPr/>
        </p:nvSpPr>
        <p:spPr>
          <a:xfrm>
            <a:off x="580753" y="2643758"/>
            <a:ext cx="216024" cy="190956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US" noProof="0" dirty="0"/>
              <a:t>1</a:t>
            </a:r>
          </a:p>
          <a:p>
            <a:pPr>
              <a:lnSpc>
                <a:spcPct val="150000"/>
              </a:lnSpc>
            </a:pPr>
            <a:r>
              <a:rPr lang="en-US" noProof="0" dirty="0"/>
              <a:t>2</a:t>
            </a:r>
          </a:p>
          <a:p>
            <a:pPr>
              <a:lnSpc>
                <a:spcPct val="150000"/>
              </a:lnSpc>
            </a:pPr>
            <a:r>
              <a:rPr lang="en-US" noProof="0" dirty="0"/>
              <a:t>3</a:t>
            </a:r>
          </a:p>
          <a:p>
            <a:pPr>
              <a:lnSpc>
                <a:spcPct val="150000"/>
              </a:lnSpc>
            </a:pPr>
            <a:r>
              <a:rPr lang="en-US" noProof="0" dirty="0"/>
              <a:t>4</a:t>
            </a:r>
          </a:p>
        </p:txBody>
      </p:sp>
      <p:sp>
        <p:nvSpPr>
          <p:cNvPr id="12" name="Rectangle 11">
            <a:extLst>
              <a:ext uri="{FF2B5EF4-FFF2-40B4-BE49-F238E27FC236}">
                <a16:creationId xmlns:a16="http://schemas.microsoft.com/office/drawing/2014/main" id="{88944557-E2AF-F1FB-A66A-2668847ED77E}"/>
              </a:ext>
            </a:extLst>
          </p:cNvPr>
          <p:cNvSpPr/>
          <p:nvPr/>
        </p:nvSpPr>
        <p:spPr>
          <a:xfrm>
            <a:off x="5292079" y="2324797"/>
            <a:ext cx="3271165" cy="1815882"/>
          </a:xfrm>
          <a:prstGeom prst="rect">
            <a:avLst/>
          </a:prstGeom>
          <a:noFill/>
        </p:spPr>
        <p:txBody>
          <a:bodyPr wrap="square" lIns="0" tIns="0" rIns="0" bIns="0">
            <a:spAutoFit/>
          </a:bodyPr>
          <a:lstStyle/>
          <a:p>
            <a:pPr marL="0" marR="0" lvl="0" indent="0" algn="l" defTabSz="1219170" rtl="0" eaLnBrk="1" fontAlgn="auto" latinLnBrk="0" hangingPunct="1">
              <a:spcBef>
                <a:spcPts val="0"/>
              </a:spcBef>
              <a:spcAft>
                <a:spcPts val="0"/>
              </a:spcAft>
              <a:buClrTx/>
              <a:buSzTx/>
              <a:buFontTx/>
              <a:buNone/>
              <a:tabLst/>
              <a:defRPr/>
            </a:pPr>
            <a:r>
              <a:rPr lang="en-US" sz="1600" spc="-20" noProof="0" dirty="0">
                <a:solidFill>
                  <a:schemeClr val="bg2"/>
                </a:solidFill>
                <a:ea typeface="Helvetica Neue" panose="02000503000000020004" pitchFamily="2" charset="0"/>
                <a:cs typeface="Helvetica Neue" panose="02000503000000020004" pitchFamily="2" charset="0"/>
              </a:rPr>
              <a:t>+250 </a:t>
            </a:r>
            <a:r>
              <a:rPr lang="en-US" sz="1400" spc="-20" noProof="0" dirty="0">
                <a:ea typeface="Helvetica Neue" panose="02000503000000020004" pitchFamily="2" charset="0"/>
                <a:cs typeface="Helvetica Neue" panose="02000503000000020004" pitchFamily="2" charset="0"/>
              </a:rPr>
              <a:t>Defense &amp; Security </a:t>
            </a:r>
            <a:r>
              <a:rPr kumimoji="0" lang="en-US" sz="1400" b="0" i="0" u="none" strike="noStrike" kern="1200" cap="none" spc="-20" normalizeH="0" baseline="0" noProof="0" dirty="0">
                <a:ln>
                  <a:noFill/>
                </a:ln>
                <a:effectLst/>
                <a:uLnTx/>
                <a:uFillTx/>
                <a:ea typeface="Helvetica Neue" panose="02000503000000020004" pitchFamily="2" charset="0"/>
                <a:cs typeface="Helvetica Neue" panose="02000503000000020004" pitchFamily="2" charset="0"/>
              </a:rPr>
              <a:t>experts</a:t>
            </a:r>
          </a:p>
          <a:p>
            <a:pPr marL="0" marR="0" lvl="0" indent="0" algn="l" defTabSz="1219170" rtl="0" eaLnBrk="1" fontAlgn="auto" latinLnBrk="0" hangingPunct="1">
              <a:spcBef>
                <a:spcPts val="0"/>
              </a:spcBef>
              <a:spcAft>
                <a:spcPts val="0"/>
              </a:spcAft>
              <a:buClrTx/>
              <a:buSzTx/>
              <a:buFontTx/>
              <a:buNone/>
              <a:tabLst/>
              <a:defRPr/>
            </a:pPr>
            <a:endParaRPr kumimoji="0" lang="en-US" sz="1400" b="0" i="0" u="none" strike="noStrike" kern="1200" cap="none" spc="-20" normalizeH="0" baseline="0" noProof="0" dirty="0">
              <a:ln>
                <a:noFill/>
              </a:ln>
              <a:effectLst/>
              <a:uLnTx/>
              <a:uFillTx/>
              <a:ea typeface="Helvetica Neue" panose="02000503000000020004" pitchFamily="2" charset="0"/>
              <a:cs typeface="Helvetica Neue" panose="02000503000000020004" pitchFamily="2" charset="0"/>
            </a:endParaRPr>
          </a:p>
          <a:p>
            <a:pPr defTabSz="1219170">
              <a:defRPr/>
            </a:pPr>
            <a:r>
              <a:rPr lang="en-US" sz="1600" b="1" noProof="0" dirty="0">
                <a:solidFill>
                  <a:schemeClr val="bg2"/>
                </a:solidFill>
              </a:rPr>
              <a:t>+100 </a:t>
            </a:r>
            <a:r>
              <a:rPr lang="en-US" sz="1400" b="1" noProof="0" dirty="0"/>
              <a:t>cybersecurity experts</a:t>
            </a:r>
            <a:r>
              <a:rPr lang="en-US" sz="1400" noProof="0" dirty="0"/>
              <a:t> specialized in Defense &amp; Security clients</a:t>
            </a:r>
          </a:p>
          <a:p>
            <a:pPr defTabSz="1219170">
              <a:defRPr/>
            </a:pPr>
            <a:endParaRPr lang="en-US" sz="1400" noProof="0" dirty="0"/>
          </a:p>
          <a:p>
            <a:pPr defTabSz="1219170">
              <a:defRPr/>
            </a:pPr>
            <a:r>
              <a:rPr lang="en-US" sz="1600" b="1" noProof="0" dirty="0">
                <a:solidFill>
                  <a:schemeClr val="bg2"/>
                </a:solidFill>
              </a:rPr>
              <a:t>+60 </a:t>
            </a:r>
            <a:r>
              <a:rPr lang="en-US" sz="1400" b="1" noProof="0" dirty="0"/>
              <a:t>researchers</a:t>
            </a:r>
            <a:r>
              <a:rPr lang="en-US" sz="1400" noProof="0" dirty="0"/>
              <a:t> dedicated to defense-related research programs</a:t>
            </a:r>
            <a:endParaRPr kumimoji="0" lang="en-US" sz="1400" b="0" i="0" u="none" strike="noStrike" kern="1200" cap="none" spc="-20" normalizeH="0" baseline="0" noProof="0" dirty="0">
              <a:ln>
                <a:noFill/>
              </a:ln>
              <a:effectLst/>
              <a:uLnTx/>
              <a:uFillTx/>
              <a:ea typeface="Helvetica Neue" panose="02000503000000020004" pitchFamily="2" charset="0"/>
              <a:cs typeface="Helvetica Neue" panose="02000503000000020004" pitchFamily="2" charset="0"/>
            </a:endParaRPr>
          </a:p>
        </p:txBody>
      </p:sp>
      <p:sp>
        <p:nvSpPr>
          <p:cNvPr id="15" name="Rectangle 14">
            <a:extLst>
              <a:ext uri="{FF2B5EF4-FFF2-40B4-BE49-F238E27FC236}">
                <a16:creationId xmlns:a16="http://schemas.microsoft.com/office/drawing/2014/main" id="{43532F98-2743-C903-ACD7-705789C8F59F}"/>
              </a:ext>
            </a:extLst>
          </p:cNvPr>
          <p:cNvSpPr/>
          <p:nvPr/>
        </p:nvSpPr>
        <p:spPr>
          <a:xfrm>
            <a:off x="5292080" y="1899668"/>
            <a:ext cx="2768964" cy="215444"/>
          </a:xfrm>
          <a:prstGeom prst="rect">
            <a:avLst/>
          </a:prstGeom>
          <a:noFill/>
        </p:spPr>
        <p:txBody>
          <a:bodyPr wrap="square" lIns="0" tIns="0" rIns="0" bIns="0">
            <a:spAutoFit/>
          </a:bodyPr>
          <a:lstStyle/>
          <a:p>
            <a:pPr marL="0" marR="0" lvl="0" indent="0" algn="l" defTabSz="1219170" rtl="0" eaLnBrk="1" fontAlgn="auto" latinLnBrk="0" hangingPunct="1">
              <a:spcBef>
                <a:spcPts val="0"/>
              </a:spcBef>
              <a:spcAft>
                <a:spcPts val="0"/>
              </a:spcAft>
              <a:buClrTx/>
              <a:buSzTx/>
              <a:buFontTx/>
              <a:buNone/>
              <a:tabLst/>
              <a:defRPr/>
            </a:pPr>
            <a:r>
              <a:rPr lang="en-US" sz="1400" spc="-20" noProof="0" dirty="0">
                <a:solidFill>
                  <a:schemeClr val="bg2"/>
                </a:solidFill>
                <a:ea typeface="Helvetica Neue" panose="02000503000000020004" pitchFamily="2" charset="0"/>
                <a:cs typeface="Helvetica Neue" panose="02000503000000020004" pitchFamily="2" charset="0"/>
              </a:rPr>
              <a:t>Defense &amp; Security Division</a:t>
            </a:r>
            <a:endParaRPr kumimoji="0" lang="en-US" sz="1400" b="0" i="0" u="none" strike="noStrike" kern="1200" cap="none" spc="-20" normalizeH="0" baseline="0" noProof="0" dirty="0">
              <a:ln>
                <a:noFill/>
              </a:ln>
              <a:solidFill>
                <a:schemeClr val="bg2"/>
              </a:solidFill>
              <a:effectLst/>
              <a:uLnTx/>
              <a:uFillTx/>
              <a:ea typeface="Helvetica Neue" panose="02000503000000020004" pitchFamily="2" charset="0"/>
              <a:cs typeface="Helvetica Neue" panose="02000503000000020004" pitchFamily="2" charset="0"/>
            </a:endParaRPr>
          </a:p>
        </p:txBody>
      </p:sp>
      <p:cxnSp>
        <p:nvCxnSpPr>
          <p:cNvPr id="17" name="Straight Connector 16">
            <a:extLst>
              <a:ext uri="{FF2B5EF4-FFF2-40B4-BE49-F238E27FC236}">
                <a16:creationId xmlns:a16="http://schemas.microsoft.com/office/drawing/2014/main" id="{EF7E15ED-8EAA-7213-253F-AF4C9B07A287}"/>
              </a:ext>
            </a:extLst>
          </p:cNvPr>
          <p:cNvCxnSpPr>
            <a:cxnSpLocks/>
          </p:cNvCxnSpPr>
          <p:nvPr/>
        </p:nvCxnSpPr>
        <p:spPr>
          <a:xfrm>
            <a:off x="4788024" y="1899668"/>
            <a:ext cx="0" cy="2415132"/>
          </a:xfrm>
          <a:prstGeom prst="line">
            <a:avLst/>
          </a:prstGeom>
          <a:ln/>
        </p:spPr>
        <p:style>
          <a:lnRef idx="1">
            <a:schemeClr val="dk1"/>
          </a:lnRef>
          <a:fillRef idx="0">
            <a:schemeClr val="dk1"/>
          </a:fillRef>
          <a:effectRef idx="0">
            <a:schemeClr val="dk1"/>
          </a:effectRef>
          <a:fontRef idx="minor">
            <a:schemeClr val="tx1"/>
          </a:fontRef>
        </p:style>
      </p:cxnSp>
      <p:sp>
        <p:nvSpPr>
          <p:cNvPr id="6" name="ZoneTexte 38">
            <a:extLst>
              <a:ext uri="{FF2B5EF4-FFF2-40B4-BE49-F238E27FC236}">
                <a16:creationId xmlns:a16="http://schemas.microsoft.com/office/drawing/2014/main" id="{7A95D6BC-1839-D4E1-772E-ADAF42B54508}"/>
              </a:ext>
            </a:extLst>
          </p:cNvPr>
          <p:cNvSpPr txBox="1"/>
          <p:nvPr/>
        </p:nvSpPr>
        <p:spPr>
          <a:xfrm>
            <a:off x="569913" y="899916"/>
            <a:ext cx="8167026" cy="430887"/>
          </a:xfrm>
          <a:prstGeom prst="rect">
            <a:avLst/>
          </a:prstGeom>
          <a:noFill/>
        </p:spPr>
        <p:txBody>
          <a:bodyPr wrap="square" lIns="0" tIns="0" rIns="0" bIns="0">
            <a:spAutoFit/>
          </a:bodyPr>
          <a:lstStyle/>
          <a:p>
            <a:pPr defTabSz="1219140">
              <a:spcBef>
                <a:spcPct val="0"/>
              </a:spcBef>
              <a:defRPr/>
            </a:pPr>
            <a:r>
              <a:rPr lang="en-US" sz="1400" spc="-27" noProof="0" dirty="0"/>
              <a:t>Addressing the strategic needs of public and private organizations to </a:t>
            </a:r>
            <a:r>
              <a:rPr lang="en-US" sz="1400" spc="-27" noProof="0" dirty="0">
                <a:solidFill>
                  <a:schemeClr val="bg2"/>
                </a:solidFill>
              </a:rPr>
              <a:t>protect national interests, citizen safety </a:t>
            </a:r>
            <a:r>
              <a:rPr lang="en-US" sz="1400" spc="-27" noProof="0" dirty="0"/>
              <a:t>and</a:t>
            </a:r>
            <a:r>
              <a:rPr lang="en-US" sz="1400" spc="-27" noProof="0" dirty="0">
                <a:solidFill>
                  <a:schemeClr val="bg2"/>
                </a:solidFill>
              </a:rPr>
              <a:t> territorial defense</a:t>
            </a:r>
          </a:p>
        </p:txBody>
      </p:sp>
    </p:spTree>
    <p:extLst>
      <p:ext uri="{BB962C8B-B14F-4D97-AF65-F5344CB8AC3E}">
        <p14:creationId xmlns:p14="http://schemas.microsoft.com/office/powerpoint/2010/main" val="85387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18ADBC-9088-DBDE-5B18-8DC85ABF4C98}"/>
              </a:ext>
            </a:extLst>
          </p:cNvPr>
          <p:cNvSpPr/>
          <p:nvPr/>
        </p:nvSpPr>
        <p:spPr>
          <a:xfrm>
            <a:off x="575272" y="2160294"/>
            <a:ext cx="1721182" cy="1253107"/>
          </a:xfrm>
          <a:prstGeom prst="rect">
            <a:avLst/>
          </a:prstGeom>
          <a:ln>
            <a:noFill/>
          </a:ln>
        </p:spPr>
        <p:txBody>
          <a:bodyPr wrap="square" lIns="0" tIns="33754" rIns="0" bIns="33754" anchor="t">
            <a:spAutoFit/>
          </a:bodyPr>
          <a:lstStyle>
            <a:defPPr>
              <a:defRPr lang="en-US"/>
            </a:defPPr>
            <a:lvl1pPr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1pPr>
            <a:lvl2pPr marL="457120"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2pPr>
            <a:lvl3pPr marL="914239"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3pPr>
            <a:lvl4pPr marL="1371358"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4pPr>
            <a:lvl5pPr marL="1828477"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5pPr>
            <a:lvl6pPr marL="2285597" algn="l" defTabSz="914239" rtl="0" eaLnBrk="1" latinLnBrk="0" hangingPunct="1">
              <a:defRPr sz="1100" kern="1200">
                <a:solidFill>
                  <a:srgbClr val="010024"/>
                </a:solidFill>
                <a:latin typeface="EYInterstate Regular" pitchFamily="2" charset="0"/>
                <a:ea typeface="+mn-ea"/>
                <a:cs typeface="+mn-cs"/>
              </a:defRPr>
            </a:lvl6pPr>
            <a:lvl7pPr marL="2742716" algn="l" defTabSz="914239" rtl="0" eaLnBrk="1" latinLnBrk="0" hangingPunct="1">
              <a:defRPr sz="1100" kern="1200">
                <a:solidFill>
                  <a:srgbClr val="010024"/>
                </a:solidFill>
                <a:latin typeface="EYInterstate Regular" pitchFamily="2" charset="0"/>
                <a:ea typeface="+mn-ea"/>
                <a:cs typeface="+mn-cs"/>
              </a:defRPr>
            </a:lvl7pPr>
            <a:lvl8pPr marL="3199836" algn="l" defTabSz="914239" rtl="0" eaLnBrk="1" latinLnBrk="0" hangingPunct="1">
              <a:defRPr sz="1100" kern="1200">
                <a:solidFill>
                  <a:srgbClr val="010024"/>
                </a:solidFill>
                <a:latin typeface="EYInterstate Regular" pitchFamily="2" charset="0"/>
                <a:ea typeface="+mn-ea"/>
                <a:cs typeface="+mn-cs"/>
              </a:defRPr>
            </a:lvl8pPr>
            <a:lvl9pPr marL="3656954" algn="l" defTabSz="914239" rtl="0" eaLnBrk="1" latinLnBrk="0" hangingPunct="1">
              <a:defRPr sz="1100" kern="1200">
                <a:solidFill>
                  <a:srgbClr val="010024"/>
                </a:solidFill>
                <a:latin typeface="EYInterstate Regular" pitchFamily="2" charset="0"/>
                <a:ea typeface="+mn-ea"/>
                <a:cs typeface="+mn-cs"/>
              </a:defRPr>
            </a:lvl9pPr>
          </a:lstStyle>
          <a:p>
            <a:pPr algn="l" defTabSz="913463">
              <a:lnSpc>
                <a:spcPct val="100000"/>
              </a:lnSpc>
              <a:spcAft>
                <a:spcPts val="600"/>
              </a:spcAft>
              <a:buClr>
                <a:srgbClr val="FFE600"/>
              </a:buClr>
              <a:buSzPct val="70000"/>
              <a:defRPr/>
            </a:pPr>
            <a:r>
              <a:rPr lang="en-US" noProof="0" dirty="0">
                <a:solidFill>
                  <a:schemeClr val="tx1"/>
                </a:solidFill>
                <a:latin typeface="+mn-lt"/>
              </a:rPr>
              <a:t>Healthcare customers rely on Orange Business for connectivity, voice, mobile, cyber, cloud, and data services, alongside our specialized health offerings</a:t>
            </a:r>
          </a:p>
        </p:txBody>
      </p:sp>
      <p:sp>
        <p:nvSpPr>
          <p:cNvPr id="25" name="Title 2">
            <a:extLst>
              <a:ext uri="{FF2B5EF4-FFF2-40B4-BE49-F238E27FC236}">
                <a16:creationId xmlns:a16="http://schemas.microsoft.com/office/drawing/2014/main" id="{0AF437C6-30D0-6241-BA42-450748FB4F06}"/>
              </a:ext>
            </a:extLst>
          </p:cNvPr>
          <p:cNvSpPr>
            <a:spLocks noGrp="1"/>
          </p:cNvSpPr>
          <p:nvPr>
            <p:ph type="title"/>
          </p:nvPr>
        </p:nvSpPr>
        <p:spPr>
          <a:xfrm>
            <a:off x="569913" y="571500"/>
            <a:ext cx="8004174" cy="416074"/>
          </a:xfrm>
        </p:spPr>
        <p:txBody>
          <a:bodyPr/>
          <a:lstStyle/>
          <a:p>
            <a:r>
              <a:rPr lang="en-US" noProof="0" dirty="0"/>
              <a:t>A dedicated Health Division with an end-to-end orchestration</a:t>
            </a:r>
            <a:br>
              <a:rPr lang="en-US" noProof="0" dirty="0"/>
            </a:br>
            <a:br>
              <a:rPr lang="en-US" noProof="0" dirty="0">
                <a:solidFill>
                  <a:schemeClr val="tx1"/>
                </a:solidFill>
              </a:rPr>
            </a:br>
            <a:endParaRPr lang="en-US" noProof="0" dirty="0"/>
          </a:p>
        </p:txBody>
      </p:sp>
      <p:sp>
        <p:nvSpPr>
          <p:cNvPr id="26" name="Text Placeholder 73">
            <a:extLst>
              <a:ext uri="{FF2B5EF4-FFF2-40B4-BE49-F238E27FC236}">
                <a16:creationId xmlns:a16="http://schemas.microsoft.com/office/drawing/2014/main" id="{5F70B36C-10AE-FD7B-EB78-EE224491B283}"/>
              </a:ext>
            </a:extLst>
          </p:cNvPr>
          <p:cNvSpPr txBox="1">
            <a:spLocks/>
          </p:cNvSpPr>
          <p:nvPr/>
        </p:nvSpPr>
        <p:spPr>
          <a:xfrm>
            <a:off x="2555776" y="1770608"/>
            <a:ext cx="2103234" cy="215444"/>
          </a:xfrm>
          <a:prstGeom prst="rect">
            <a:avLst/>
          </a:prstGeom>
        </p:spPr>
        <p:txBody>
          <a:bodyPr vert="horz" wrap="square" lIns="0" tIns="0" rIns="0" bIns="0" numCol="1" rtlCol="0" anchor="t" anchorCtr="0">
            <a:spAutoFit/>
          </a:bodyPr>
          <a:lstStyle>
            <a:lvl1pPr marL="180000" marR="0" indent="-180000" algn="l" defTabSz="914400" rtl="0" eaLnBrk="1" fontAlgn="auto" latinLnBrk="0" hangingPunct="1">
              <a:lnSpc>
                <a:spcPct val="100000"/>
              </a:lnSpc>
              <a:spcBef>
                <a:spcPts val="0"/>
              </a:spcBef>
              <a:spcAft>
                <a:spcPts val="0"/>
              </a:spcAft>
              <a:buClr>
                <a:srgbClr val="FFD200"/>
              </a:buClr>
              <a:buSzTx/>
              <a:buFont typeface="EYInterstate Light" panose="02000506000000020004" pitchFamily="2" charset="0"/>
              <a:buChar char="•"/>
              <a:tabLst/>
              <a:defRPr sz="1800" kern="1200">
                <a:solidFill>
                  <a:schemeClr val="bg1"/>
                </a:solidFill>
                <a:latin typeface="EYInterstate Light" panose="02000506000000020004" pitchFamily="2" charset="0"/>
                <a:ea typeface="+mn-ea"/>
                <a:cs typeface="+mn-cs"/>
              </a:defRPr>
            </a:lvl1pPr>
            <a:lvl2pPr marL="356616"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2pPr>
            <a:lvl3pPr marL="713232"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3pPr>
            <a:lvl4pPr marL="1069848"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4pPr>
            <a:lvl5pPr marL="1426464"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1218560">
              <a:spcBef>
                <a:spcPts val="800"/>
              </a:spcBef>
              <a:spcAft>
                <a:spcPts val="800"/>
              </a:spcAft>
              <a:buClr>
                <a:srgbClr val="FFE600"/>
              </a:buClr>
              <a:buNone/>
              <a:defRPr/>
            </a:pPr>
            <a:r>
              <a:rPr lang="en-US" sz="1400" b="1" kern="0" noProof="0" dirty="0">
                <a:solidFill>
                  <a:srgbClr val="FF7900"/>
                </a:solidFill>
                <a:latin typeface="+mn-lt"/>
              </a:rPr>
              <a:t>3</a:t>
            </a:r>
            <a:r>
              <a:rPr lang="en-US" sz="1400" b="1" noProof="0" dirty="0">
                <a:solidFill>
                  <a:srgbClr val="FF7900"/>
                </a:solidFill>
                <a:latin typeface="+mn-lt"/>
              </a:rPr>
              <a:t> Cornerstone </a:t>
            </a:r>
            <a:r>
              <a:rPr lang="en-US" sz="1400" b="1" noProof="0" dirty="0">
                <a:solidFill>
                  <a:schemeClr val="tx1"/>
                </a:solidFill>
                <a:latin typeface="+mn-lt"/>
              </a:rPr>
              <a:t>activities</a:t>
            </a:r>
          </a:p>
        </p:txBody>
      </p:sp>
      <p:sp>
        <p:nvSpPr>
          <p:cNvPr id="28" name="Text Placeholder 73">
            <a:extLst>
              <a:ext uri="{FF2B5EF4-FFF2-40B4-BE49-F238E27FC236}">
                <a16:creationId xmlns:a16="http://schemas.microsoft.com/office/drawing/2014/main" id="{C2C19688-0F84-6D78-3548-8E1463A8A604}"/>
              </a:ext>
            </a:extLst>
          </p:cNvPr>
          <p:cNvSpPr txBox="1">
            <a:spLocks/>
          </p:cNvSpPr>
          <p:nvPr/>
        </p:nvSpPr>
        <p:spPr>
          <a:xfrm>
            <a:off x="5776720" y="1770608"/>
            <a:ext cx="2251664" cy="184666"/>
          </a:xfrm>
          <a:prstGeom prst="rect">
            <a:avLst/>
          </a:prstGeom>
        </p:spPr>
        <p:txBody>
          <a:bodyPr vert="horz" wrap="square" lIns="0" tIns="0" rIns="0" bIns="0" numCol="1" rtlCol="0" anchor="t" anchorCtr="0">
            <a:spAutoFit/>
          </a:bodyPr>
          <a:lstStyle>
            <a:lvl1pPr marL="180000" marR="0" indent="-180000" algn="l" defTabSz="914400" rtl="0" eaLnBrk="1" fontAlgn="auto" latinLnBrk="0" hangingPunct="1">
              <a:lnSpc>
                <a:spcPct val="100000"/>
              </a:lnSpc>
              <a:spcBef>
                <a:spcPts val="0"/>
              </a:spcBef>
              <a:spcAft>
                <a:spcPts val="0"/>
              </a:spcAft>
              <a:buClr>
                <a:srgbClr val="FFD200"/>
              </a:buClr>
              <a:buSzTx/>
              <a:buFont typeface="EYInterstate Light" panose="02000506000000020004" pitchFamily="2" charset="0"/>
              <a:buChar char="•"/>
              <a:tabLst/>
              <a:defRPr sz="1800" kern="1200">
                <a:solidFill>
                  <a:schemeClr val="bg1"/>
                </a:solidFill>
                <a:latin typeface="EYInterstate Light" panose="02000506000000020004" pitchFamily="2" charset="0"/>
                <a:ea typeface="+mn-ea"/>
                <a:cs typeface="+mn-cs"/>
              </a:defRPr>
            </a:lvl1pPr>
            <a:lvl2pPr marL="356616"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2pPr>
            <a:lvl3pPr marL="713232"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3pPr>
            <a:lvl4pPr marL="1069848"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4pPr>
            <a:lvl5pPr marL="1426464"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1218560">
              <a:lnSpc>
                <a:spcPct val="85000"/>
              </a:lnSpc>
              <a:spcAft>
                <a:spcPts val="800"/>
              </a:spcAft>
              <a:buSzPct val="70000"/>
              <a:buNone/>
              <a:defRPr/>
            </a:pPr>
            <a:r>
              <a:rPr lang="en-US" sz="1400" b="1" kern="0" noProof="0" dirty="0">
                <a:solidFill>
                  <a:srgbClr val="FF7900"/>
                </a:solidFill>
                <a:latin typeface="+mn-lt"/>
              </a:rPr>
              <a:t>3 Differentiating</a:t>
            </a:r>
            <a:r>
              <a:rPr lang="en-US" sz="1400" b="1" noProof="0" dirty="0">
                <a:solidFill>
                  <a:srgbClr val="FF7900"/>
                </a:solidFill>
                <a:latin typeface="+mn-lt"/>
              </a:rPr>
              <a:t> </a:t>
            </a:r>
            <a:r>
              <a:rPr lang="en-US" sz="1400" b="1" noProof="0" dirty="0">
                <a:solidFill>
                  <a:schemeClr val="tx1"/>
                </a:solidFill>
                <a:latin typeface="+mn-lt"/>
              </a:rPr>
              <a:t>strengths</a:t>
            </a:r>
          </a:p>
        </p:txBody>
      </p:sp>
      <p:sp>
        <p:nvSpPr>
          <p:cNvPr id="31" name="ZoneTexte 30">
            <a:extLst>
              <a:ext uri="{FF2B5EF4-FFF2-40B4-BE49-F238E27FC236}">
                <a16:creationId xmlns:a16="http://schemas.microsoft.com/office/drawing/2014/main" id="{C17826FA-D427-498C-A6EF-A31E40B9A17C}"/>
              </a:ext>
            </a:extLst>
          </p:cNvPr>
          <p:cNvSpPr txBox="1"/>
          <p:nvPr/>
        </p:nvSpPr>
        <p:spPr>
          <a:xfrm>
            <a:off x="3225133" y="2276464"/>
            <a:ext cx="2028055" cy="477054"/>
          </a:xfrm>
          <a:prstGeom prst="rect">
            <a:avLst/>
          </a:prstGeom>
          <a:noFill/>
        </p:spPr>
        <p:txBody>
          <a:bodyPr wrap="square" lIns="0" tIns="0" rIns="0" bIns="0">
            <a:spAutoFit/>
          </a:bodyPr>
          <a:lstStyle/>
          <a:p>
            <a:pPr defTabSz="1219170"/>
            <a:r>
              <a:rPr lang="en-US" sz="1100" b="1" noProof="0" dirty="0">
                <a:solidFill>
                  <a:srgbClr val="FF7900"/>
                </a:solidFill>
                <a:latin typeface="+mj-lt"/>
              </a:rPr>
              <a:t>Healthcare</a:t>
            </a:r>
            <a:r>
              <a:rPr lang="en-US" sz="1100" noProof="0" dirty="0">
                <a:solidFill>
                  <a:srgbClr val="FF7900"/>
                </a:solidFill>
                <a:latin typeface="+mj-lt"/>
              </a:rPr>
              <a:t> </a:t>
            </a:r>
            <a:r>
              <a:rPr lang="en-US" sz="1100" b="1" noProof="0" dirty="0">
                <a:solidFill>
                  <a:srgbClr val="FF7900"/>
                </a:solidFill>
                <a:latin typeface="+mj-lt"/>
              </a:rPr>
              <a:t>providers </a:t>
            </a:r>
            <a:r>
              <a:rPr lang="en-US" sz="1000" noProof="0" dirty="0">
                <a:latin typeface="+mj-lt"/>
              </a:rPr>
              <a:t>HIS interoperability, medical imaging, patient journey, cybersecurity</a:t>
            </a:r>
          </a:p>
        </p:txBody>
      </p:sp>
      <p:sp>
        <p:nvSpPr>
          <p:cNvPr id="33" name="ZoneTexte 32">
            <a:extLst>
              <a:ext uri="{FF2B5EF4-FFF2-40B4-BE49-F238E27FC236}">
                <a16:creationId xmlns:a16="http://schemas.microsoft.com/office/drawing/2014/main" id="{832E5516-AC06-C4AA-A202-6546E88A8170}"/>
              </a:ext>
            </a:extLst>
          </p:cNvPr>
          <p:cNvSpPr txBox="1"/>
          <p:nvPr/>
        </p:nvSpPr>
        <p:spPr>
          <a:xfrm>
            <a:off x="3232487" y="3025117"/>
            <a:ext cx="1876988" cy="492443"/>
          </a:xfrm>
          <a:prstGeom prst="rect">
            <a:avLst/>
          </a:prstGeom>
          <a:noFill/>
        </p:spPr>
        <p:txBody>
          <a:bodyPr wrap="square" lIns="0" tIns="0" rIns="0" bIns="0">
            <a:spAutoFit/>
          </a:bodyPr>
          <a:lstStyle/>
          <a:p>
            <a:r>
              <a:rPr lang="en-US" sz="1100" b="1" noProof="0" dirty="0">
                <a:latin typeface="+mj-lt"/>
              </a:rPr>
              <a:t>Health Data </a:t>
            </a:r>
            <a:r>
              <a:rPr lang="en-US" sz="1100" b="1" noProof="0" dirty="0">
                <a:solidFill>
                  <a:srgbClr val="FF7900"/>
                </a:solidFill>
                <a:latin typeface="+mj-lt"/>
              </a:rPr>
              <a:t>value creation</a:t>
            </a:r>
          </a:p>
          <a:p>
            <a:r>
              <a:rPr lang="en-US" sz="1050" noProof="0" dirty="0">
                <a:latin typeface="+mj-lt"/>
              </a:rPr>
              <a:t>Primary and secondary use, AI enablement</a:t>
            </a:r>
          </a:p>
        </p:txBody>
      </p:sp>
      <p:sp>
        <p:nvSpPr>
          <p:cNvPr id="34" name="ZoneTexte 33">
            <a:extLst>
              <a:ext uri="{FF2B5EF4-FFF2-40B4-BE49-F238E27FC236}">
                <a16:creationId xmlns:a16="http://schemas.microsoft.com/office/drawing/2014/main" id="{5DC4A49E-0575-9D61-EBBE-69E3229F8F93}"/>
              </a:ext>
            </a:extLst>
          </p:cNvPr>
          <p:cNvSpPr txBox="1"/>
          <p:nvPr/>
        </p:nvSpPr>
        <p:spPr>
          <a:xfrm>
            <a:off x="3225133" y="3817254"/>
            <a:ext cx="1915545" cy="507831"/>
          </a:xfrm>
          <a:prstGeom prst="rect">
            <a:avLst/>
          </a:prstGeom>
          <a:noFill/>
        </p:spPr>
        <p:txBody>
          <a:bodyPr wrap="square" lIns="0" tIns="0" rIns="0" bIns="0">
            <a:spAutoFit/>
          </a:bodyPr>
          <a:lstStyle/>
          <a:p>
            <a:pPr defTabSz="1219170"/>
            <a:r>
              <a:rPr lang="en-US" sz="1100" b="1" noProof="0" dirty="0">
                <a:latin typeface="+mj-lt"/>
              </a:rPr>
              <a:t>Pharma &amp; Life Sciences</a:t>
            </a:r>
            <a:endParaRPr lang="en-US" sz="1100" noProof="0" dirty="0">
              <a:latin typeface="+mj-lt"/>
            </a:endParaRPr>
          </a:p>
          <a:p>
            <a:pPr defTabSz="1219170"/>
            <a:r>
              <a:rPr lang="en-US" sz="1100" noProof="0" dirty="0">
                <a:latin typeface="+mj-lt"/>
              </a:rPr>
              <a:t>Clinical trials,</a:t>
            </a:r>
            <a:r>
              <a:rPr lang="en-US" sz="1100" noProof="0" dirty="0">
                <a:solidFill>
                  <a:srgbClr val="FF7900"/>
                </a:solidFill>
                <a:latin typeface="+mj-lt"/>
              </a:rPr>
              <a:t> R&amp;D </a:t>
            </a:r>
            <a:r>
              <a:rPr lang="en-US" sz="1100" noProof="0" dirty="0">
                <a:latin typeface="+mj-lt"/>
              </a:rPr>
              <a:t>acceleration, manufacturing</a:t>
            </a:r>
          </a:p>
        </p:txBody>
      </p:sp>
      <p:sp>
        <p:nvSpPr>
          <p:cNvPr id="35" name="TextBox 59">
            <a:extLst>
              <a:ext uri="{FF2B5EF4-FFF2-40B4-BE49-F238E27FC236}">
                <a16:creationId xmlns:a16="http://schemas.microsoft.com/office/drawing/2014/main" id="{6C391605-655B-6028-AA5F-0A90EAEE27B5}"/>
              </a:ext>
            </a:extLst>
          </p:cNvPr>
          <p:cNvSpPr txBox="1"/>
          <p:nvPr/>
        </p:nvSpPr>
        <p:spPr>
          <a:xfrm>
            <a:off x="6313777" y="2262131"/>
            <a:ext cx="2141981" cy="505720"/>
          </a:xfrm>
          <a:prstGeom prst="rect">
            <a:avLst/>
          </a:prstGeom>
          <a:noFill/>
        </p:spPr>
        <p:txBody>
          <a:bodyPr wrap="square" lIns="0" tIns="0" rIns="0" bIns="0" rtlCol="0">
            <a:noAutofit/>
          </a:bodyPr>
          <a:lstStyle/>
          <a:p>
            <a:pPr defTabSz="1219170">
              <a:defRPr/>
            </a:pPr>
            <a:r>
              <a:rPr lang="en-US" sz="1100" b="1" kern="0" noProof="0" dirty="0">
                <a:solidFill>
                  <a:srgbClr val="FF7900"/>
                </a:solidFill>
                <a:latin typeface="+mj-lt"/>
              </a:rPr>
              <a:t>1,000+ </a:t>
            </a:r>
            <a:r>
              <a:rPr lang="en-US" sz="1100" b="1" noProof="0" dirty="0">
                <a:solidFill>
                  <a:srgbClr val="FF7900"/>
                </a:solidFill>
                <a:latin typeface="+mj-lt"/>
              </a:rPr>
              <a:t>Healthcare experts </a:t>
            </a:r>
          </a:p>
          <a:p>
            <a:pPr defTabSz="1219170">
              <a:defRPr/>
            </a:pPr>
            <a:r>
              <a:rPr lang="en-US" sz="1100" noProof="0" dirty="0">
                <a:latin typeface="+mj-lt"/>
              </a:rPr>
              <a:t>Two health-native subsidiaries, </a:t>
            </a:r>
            <a:r>
              <a:rPr lang="en-US" sz="1100" b="1" noProof="0" dirty="0">
                <a:latin typeface="+mj-lt"/>
              </a:rPr>
              <a:t>Enovacom </a:t>
            </a:r>
            <a:r>
              <a:rPr lang="en-US" sz="1100" noProof="0" dirty="0">
                <a:latin typeface="+mj-lt"/>
              </a:rPr>
              <a:t>and</a:t>
            </a:r>
            <a:r>
              <a:rPr lang="en-US" sz="1100" b="1" noProof="0" dirty="0">
                <a:latin typeface="+mj-lt"/>
              </a:rPr>
              <a:t> Enovalife</a:t>
            </a:r>
            <a:endParaRPr lang="en-US" sz="1100" b="1" cap="all" baseline="30000" noProof="0" dirty="0">
              <a:ln w="10160">
                <a:noFill/>
                <a:prstDash val="solid"/>
              </a:ln>
              <a:latin typeface="+mj-lt"/>
            </a:endParaRPr>
          </a:p>
        </p:txBody>
      </p:sp>
      <p:sp>
        <p:nvSpPr>
          <p:cNvPr id="37" name="ZoneTexte 36">
            <a:extLst>
              <a:ext uri="{FF2B5EF4-FFF2-40B4-BE49-F238E27FC236}">
                <a16:creationId xmlns:a16="http://schemas.microsoft.com/office/drawing/2014/main" id="{DBF97019-4E95-6A20-DD7B-6CC1C08CEA11}"/>
              </a:ext>
            </a:extLst>
          </p:cNvPr>
          <p:cNvSpPr txBox="1"/>
          <p:nvPr/>
        </p:nvSpPr>
        <p:spPr>
          <a:xfrm>
            <a:off x="6313777" y="2944326"/>
            <a:ext cx="2213982" cy="677108"/>
          </a:xfrm>
          <a:prstGeom prst="rect">
            <a:avLst/>
          </a:prstGeom>
          <a:noFill/>
        </p:spPr>
        <p:txBody>
          <a:bodyPr wrap="square" lIns="0" tIns="0" rIns="0" bIns="0">
            <a:spAutoFit/>
          </a:bodyPr>
          <a:lstStyle/>
          <a:p>
            <a:pPr defTabSz="1219170"/>
            <a:r>
              <a:rPr lang="en-US" sz="1100" b="1" noProof="0" dirty="0">
                <a:latin typeface="+mj-lt"/>
              </a:rPr>
              <a:t>A live </a:t>
            </a:r>
            <a:r>
              <a:rPr lang="en-US" sz="1100" b="1" noProof="0" dirty="0">
                <a:solidFill>
                  <a:srgbClr val="FF7900"/>
                </a:solidFill>
                <a:latin typeface="+mj-lt"/>
              </a:rPr>
              <a:t>innovation engine </a:t>
            </a:r>
          </a:p>
          <a:p>
            <a:pPr defTabSz="1219170"/>
            <a:r>
              <a:rPr lang="en-US" sz="1100" noProof="0" dirty="0"/>
              <a:t>Direct access to </a:t>
            </a:r>
            <a:r>
              <a:rPr lang="en-US" sz="1100" b="1" noProof="0" dirty="0"/>
              <a:t>Future4Care</a:t>
            </a:r>
            <a:r>
              <a:rPr lang="en-US" sz="1100" noProof="0" dirty="0"/>
              <a:t>’s digital health startups for early-stage co-development</a:t>
            </a:r>
            <a:endParaRPr lang="en-US" sz="1100" noProof="0" dirty="0">
              <a:latin typeface="+mj-lt"/>
            </a:endParaRPr>
          </a:p>
        </p:txBody>
      </p:sp>
      <p:sp>
        <p:nvSpPr>
          <p:cNvPr id="38" name="ZoneTexte 37">
            <a:extLst>
              <a:ext uri="{FF2B5EF4-FFF2-40B4-BE49-F238E27FC236}">
                <a16:creationId xmlns:a16="http://schemas.microsoft.com/office/drawing/2014/main" id="{9D9FD2A7-E86B-925D-351E-52B9CBFD8285}"/>
              </a:ext>
            </a:extLst>
          </p:cNvPr>
          <p:cNvSpPr txBox="1"/>
          <p:nvPr/>
        </p:nvSpPr>
        <p:spPr>
          <a:xfrm>
            <a:off x="6313777" y="3817254"/>
            <a:ext cx="2434687" cy="507831"/>
          </a:xfrm>
          <a:prstGeom prst="rect">
            <a:avLst/>
          </a:prstGeom>
          <a:noFill/>
        </p:spPr>
        <p:txBody>
          <a:bodyPr wrap="square" lIns="0" tIns="0" rIns="0" bIns="0">
            <a:spAutoFit/>
          </a:bodyPr>
          <a:lstStyle/>
          <a:p>
            <a:pPr defTabSz="1219170" eaLnBrk="0" fontAlgn="base" hangingPunct="0">
              <a:spcBef>
                <a:spcPct val="0"/>
              </a:spcBef>
              <a:spcAft>
                <a:spcPct val="0"/>
              </a:spcAft>
              <a:defRPr/>
            </a:pPr>
            <a:r>
              <a:rPr lang="en-US" sz="1100" b="1" noProof="0" dirty="0">
                <a:latin typeface="+mj-lt"/>
              </a:rPr>
              <a:t>A </a:t>
            </a:r>
            <a:r>
              <a:rPr lang="en-US" sz="1100" b="1" noProof="0" dirty="0">
                <a:solidFill>
                  <a:srgbClr val="FF7900"/>
                </a:solidFill>
                <a:latin typeface="+mj-lt"/>
              </a:rPr>
              <a:t>sovereign full stack</a:t>
            </a:r>
          </a:p>
          <a:p>
            <a:pPr defTabSz="1219170" eaLnBrk="0" fontAlgn="base" hangingPunct="0">
              <a:spcBef>
                <a:spcPct val="0"/>
              </a:spcBef>
              <a:spcAft>
                <a:spcPct val="0"/>
              </a:spcAft>
              <a:defRPr/>
            </a:pPr>
            <a:r>
              <a:rPr lang="en-US" sz="1100" noProof="0" dirty="0"/>
              <a:t>From network to clinical data, SecNumCloud and HDS compliant</a:t>
            </a:r>
            <a:endParaRPr lang="en-US" sz="1100" noProof="0" dirty="0">
              <a:latin typeface="+mj-lt"/>
            </a:endParaRPr>
          </a:p>
        </p:txBody>
      </p:sp>
      <p:sp>
        <p:nvSpPr>
          <p:cNvPr id="39" name="ZoneTexte 38">
            <a:extLst>
              <a:ext uri="{FF2B5EF4-FFF2-40B4-BE49-F238E27FC236}">
                <a16:creationId xmlns:a16="http://schemas.microsoft.com/office/drawing/2014/main" id="{0ED99B16-8375-2CB1-11AF-C23A86A73B28}"/>
              </a:ext>
            </a:extLst>
          </p:cNvPr>
          <p:cNvSpPr txBox="1"/>
          <p:nvPr/>
        </p:nvSpPr>
        <p:spPr>
          <a:xfrm>
            <a:off x="569913" y="899916"/>
            <a:ext cx="8167026" cy="646331"/>
          </a:xfrm>
          <a:prstGeom prst="rect">
            <a:avLst/>
          </a:prstGeom>
          <a:noFill/>
        </p:spPr>
        <p:txBody>
          <a:bodyPr wrap="square" lIns="0" tIns="0" rIns="0" bIns="0">
            <a:spAutoFit/>
          </a:bodyPr>
          <a:lstStyle/>
          <a:p>
            <a:pPr defTabSz="1219140">
              <a:spcBef>
                <a:spcPct val="0"/>
              </a:spcBef>
              <a:defRPr/>
            </a:pPr>
            <a:r>
              <a:rPr lang="en-US" sz="1400" spc="-27" noProof="0" dirty="0"/>
              <a:t>Orange Business stands at the intersection of </a:t>
            </a:r>
            <a:r>
              <a:rPr lang="en-US" sz="1400" spc="-27" noProof="0" dirty="0">
                <a:solidFill>
                  <a:srgbClr val="FF7900"/>
                </a:solidFill>
              </a:rPr>
              <a:t>digital infrastructure </a:t>
            </a:r>
            <a:r>
              <a:rPr lang="en-US" sz="1400" spc="-27" noProof="0" dirty="0"/>
              <a:t>and </a:t>
            </a:r>
            <a:r>
              <a:rPr lang="en-US" sz="1400" spc="-27" noProof="0" dirty="0">
                <a:solidFill>
                  <a:srgbClr val="FF7900"/>
                </a:solidFill>
              </a:rPr>
              <a:t>clinical expertise</a:t>
            </a:r>
            <a:r>
              <a:rPr lang="en-US" sz="1400" spc="-27" noProof="0" dirty="0"/>
              <a:t>, combining its full stack of general services with the depth of </a:t>
            </a:r>
            <a:r>
              <a:rPr lang="en-US" sz="1400" spc="-27" noProof="0" dirty="0">
                <a:solidFill>
                  <a:srgbClr val="FF7900"/>
                </a:solidFill>
              </a:rPr>
              <a:t>two healthcare-native subsidiaries, </a:t>
            </a:r>
            <a:r>
              <a:rPr lang="en-US" sz="1400" spc="-27" noProof="0" dirty="0"/>
              <a:t>Enovacom and Enovalife, </a:t>
            </a:r>
            <a:r>
              <a:rPr lang="en-US" sz="1400" spc="-27" noProof="0" dirty="0">
                <a:solidFill>
                  <a:schemeClr val="bg2"/>
                </a:solidFill>
              </a:rPr>
              <a:t>under a single accountable partner</a:t>
            </a:r>
            <a:r>
              <a:rPr lang="en-US" sz="1100" spc="-27" noProof="0" dirty="0">
                <a:solidFill>
                  <a:srgbClr val="000000"/>
                </a:solidFill>
              </a:rPr>
              <a:t>.</a:t>
            </a:r>
          </a:p>
        </p:txBody>
      </p:sp>
      <p:pic>
        <p:nvPicPr>
          <p:cNvPr id="42" name="Graphique 41">
            <a:extLst>
              <a:ext uri="{FF2B5EF4-FFF2-40B4-BE49-F238E27FC236}">
                <a16:creationId xmlns:a16="http://schemas.microsoft.com/office/drawing/2014/main" id="{99EC5D56-04DF-20D6-6B08-0B7A615D04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2675" y="3843694"/>
            <a:ext cx="439562" cy="439562"/>
          </a:xfrm>
          <a:prstGeom prst="rect">
            <a:avLst/>
          </a:prstGeom>
        </p:spPr>
      </p:pic>
      <p:pic>
        <p:nvPicPr>
          <p:cNvPr id="44" name="Image 43">
            <a:extLst>
              <a:ext uri="{FF2B5EF4-FFF2-40B4-BE49-F238E27FC236}">
                <a16:creationId xmlns:a16="http://schemas.microsoft.com/office/drawing/2014/main" id="{872EE2B2-DC6D-FC58-1490-B9863F6266F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55776" y="2286159"/>
            <a:ext cx="457665" cy="457665"/>
          </a:xfrm>
          <a:prstGeom prst="rect">
            <a:avLst/>
          </a:prstGeom>
        </p:spPr>
      </p:pic>
      <p:pic>
        <p:nvPicPr>
          <p:cNvPr id="47" name="Image 46">
            <a:extLst>
              <a:ext uri="{FF2B5EF4-FFF2-40B4-BE49-F238E27FC236}">
                <a16:creationId xmlns:a16="http://schemas.microsoft.com/office/drawing/2014/main" id="{9170D079-A845-2D5E-575B-E56CA2FF07D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18547" y="3051557"/>
            <a:ext cx="439562" cy="439562"/>
          </a:xfrm>
          <a:prstGeom prst="rect">
            <a:avLst/>
          </a:prstGeom>
        </p:spPr>
      </p:pic>
      <p:pic>
        <p:nvPicPr>
          <p:cNvPr id="49" name="Graphique 48">
            <a:extLst>
              <a:ext uri="{FF2B5EF4-FFF2-40B4-BE49-F238E27FC236}">
                <a16:creationId xmlns:a16="http://schemas.microsoft.com/office/drawing/2014/main" id="{62B1F867-139B-A018-DC17-B212995746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05883" y="3018066"/>
            <a:ext cx="506544" cy="506544"/>
          </a:xfrm>
          <a:prstGeom prst="rect">
            <a:avLst/>
          </a:prstGeom>
        </p:spPr>
      </p:pic>
      <p:pic>
        <p:nvPicPr>
          <p:cNvPr id="51" name="Graphique 50">
            <a:extLst>
              <a:ext uri="{FF2B5EF4-FFF2-40B4-BE49-F238E27FC236}">
                <a16:creationId xmlns:a16="http://schemas.microsoft.com/office/drawing/2014/main" id="{7A2055DC-905D-4E19-4C61-85D9FD74C2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41655" y="2297491"/>
            <a:ext cx="435000" cy="435000"/>
          </a:xfrm>
          <a:prstGeom prst="rect">
            <a:avLst/>
          </a:prstGeom>
        </p:spPr>
      </p:pic>
      <p:pic>
        <p:nvPicPr>
          <p:cNvPr id="54" name="Graphique 53">
            <a:extLst>
              <a:ext uri="{FF2B5EF4-FFF2-40B4-BE49-F238E27FC236}">
                <a16:creationId xmlns:a16="http://schemas.microsoft.com/office/drawing/2014/main" id="{D7FA1EAD-B582-1365-FBE0-583B85DDE2F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41655" y="3821716"/>
            <a:ext cx="483518" cy="483518"/>
          </a:xfrm>
          <a:prstGeom prst="rect">
            <a:avLst/>
          </a:prstGeom>
        </p:spPr>
      </p:pic>
      <p:cxnSp>
        <p:nvCxnSpPr>
          <p:cNvPr id="2" name="Straight Connector 1">
            <a:extLst>
              <a:ext uri="{FF2B5EF4-FFF2-40B4-BE49-F238E27FC236}">
                <a16:creationId xmlns:a16="http://schemas.microsoft.com/office/drawing/2014/main" id="{2424846D-F956-3F65-BAE2-8B6A548A9914}"/>
              </a:ext>
            </a:extLst>
          </p:cNvPr>
          <p:cNvCxnSpPr>
            <a:cxnSpLocks/>
          </p:cNvCxnSpPr>
          <p:nvPr/>
        </p:nvCxnSpPr>
        <p:spPr>
          <a:xfrm>
            <a:off x="5431568" y="1770608"/>
            <a:ext cx="19198" cy="2727343"/>
          </a:xfrm>
          <a:prstGeom prst="line">
            <a:avLst/>
          </a:prstGeom>
          <a:ln/>
        </p:spPr>
        <p:style>
          <a:lnRef idx="1">
            <a:schemeClr val="dk1"/>
          </a:lnRef>
          <a:fillRef idx="0">
            <a:schemeClr val="dk1"/>
          </a:fillRef>
          <a:effectRef idx="0">
            <a:schemeClr val="dk1"/>
          </a:effectRef>
          <a:fontRef idx="minor">
            <a:schemeClr val="tx1"/>
          </a:fontRef>
        </p:style>
      </p:cxnSp>
      <p:sp>
        <p:nvSpPr>
          <p:cNvPr id="9" name="Text Placeholder 73">
            <a:extLst>
              <a:ext uri="{FF2B5EF4-FFF2-40B4-BE49-F238E27FC236}">
                <a16:creationId xmlns:a16="http://schemas.microsoft.com/office/drawing/2014/main" id="{A7E504B3-CA91-DAFD-5BEB-5E5B8E5F9D1E}"/>
              </a:ext>
            </a:extLst>
          </p:cNvPr>
          <p:cNvSpPr txBox="1">
            <a:spLocks/>
          </p:cNvSpPr>
          <p:nvPr/>
        </p:nvSpPr>
        <p:spPr>
          <a:xfrm>
            <a:off x="581438" y="1770608"/>
            <a:ext cx="1391507" cy="307777"/>
          </a:xfrm>
          <a:prstGeom prst="rect">
            <a:avLst/>
          </a:prstGeom>
        </p:spPr>
        <p:txBody>
          <a:bodyPr vert="horz" wrap="square" lIns="0" tIns="0" rIns="0" bIns="0" numCol="1" rtlCol="0" anchor="t" anchorCtr="0">
            <a:spAutoFit/>
          </a:bodyPr>
          <a:lstStyle>
            <a:lvl1pPr marL="180000" marR="0" indent="-180000" algn="l" defTabSz="914400" rtl="0" eaLnBrk="1" fontAlgn="auto" latinLnBrk="0" hangingPunct="1">
              <a:lnSpc>
                <a:spcPct val="100000"/>
              </a:lnSpc>
              <a:spcBef>
                <a:spcPts val="0"/>
              </a:spcBef>
              <a:spcAft>
                <a:spcPts val="0"/>
              </a:spcAft>
              <a:buClr>
                <a:srgbClr val="FFD200"/>
              </a:buClr>
              <a:buSzTx/>
              <a:buFont typeface="EYInterstate Light" panose="02000506000000020004" pitchFamily="2" charset="0"/>
              <a:buChar char="•"/>
              <a:tabLst/>
              <a:defRPr sz="1800" kern="1200">
                <a:solidFill>
                  <a:schemeClr val="bg1"/>
                </a:solidFill>
                <a:latin typeface="EYInterstate Light" panose="02000506000000020004" pitchFamily="2" charset="0"/>
                <a:ea typeface="+mn-ea"/>
                <a:cs typeface="+mn-cs"/>
              </a:defRPr>
            </a:lvl1pPr>
            <a:lvl2pPr marL="356616"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2pPr>
            <a:lvl3pPr marL="713232"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3pPr>
            <a:lvl4pPr marL="1069848"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4pPr>
            <a:lvl5pPr marL="1426464"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1218560">
              <a:spcBef>
                <a:spcPts val="800"/>
              </a:spcBef>
              <a:spcAft>
                <a:spcPts val="800"/>
              </a:spcAft>
              <a:buClr>
                <a:srgbClr val="FFE600"/>
              </a:buClr>
              <a:buNone/>
              <a:defRPr/>
            </a:pPr>
            <a:r>
              <a:rPr lang="en-US" sz="2000" b="1" kern="0" noProof="0" dirty="0">
                <a:solidFill>
                  <a:srgbClr val="FF7900"/>
                </a:solidFill>
                <a:latin typeface="+mn-lt"/>
              </a:rPr>
              <a:t>3,000+</a:t>
            </a:r>
            <a:endParaRPr lang="en-US" sz="2000" b="1" noProof="0" dirty="0">
              <a:solidFill>
                <a:schemeClr val="tx1"/>
              </a:solidFill>
              <a:latin typeface="+mn-lt"/>
            </a:endParaRPr>
          </a:p>
        </p:txBody>
      </p:sp>
      <p:sp>
        <p:nvSpPr>
          <p:cNvPr id="10" name="Text Placeholder 73">
            <a:extLst>
              <a:ext uri="{FF2B5EF4-FFF2-40B4-BE49-F238E27FC236}">
                <a16:creationId xmlns:a16="http://schemas.microsoft.com/office/drawing/2014/main" id="{2E867A15-CA11-4221-7DFC-77C81B5BECA3}"/>
              </a:ext>
            </a:extLst>
          </p:cNvPr>
          <p:cNvSpPr txBox="1">
            <a:spLocks/>
          </p:cNvSpPr>
          <p:nvPr/>
        </p:nvSpPr>
        <p:spPr>
          <a:xfrm>
            <a:off x="581438" y="3528592"/>
            <a:ext cx="1257093" cy="307777"/>
          </a:xfrm>
          <a:prstGeom prst="rect">
            <a:avLst/>
          </a:prstGeom>
        </p:spPr>
        <p:txBody>
          <a:bodyPr vert="horz" wrap="square" lIns="0" tIns="0" rIns="0" bIns="0" numCol="1" rtlCol="0" anchor="t" anchorCtr="0">
            <a:spAutoFit/>
          </a:bodyPr>
          <a:lstStyle>
            <a:lvl1pPr marL="180000" marR="0" indent="-180000" algn="l" defTabSz="914400" rtl="0" eaLnBrk="1" fontAlgn="auto" latinLnBrk="0" hangingPunct="1">
              <a:lnSpc>
                <a:spcPct val="100000"/>
              </a:lnSpc>
              <a:spcBef>
                <a:spcPts val="0"/>
              </a:spcBef>
              <a:spcAft>
                <a:spcPts val="0"/>
              </a:spcAft>
              <a:buClr>
                <a:srgbClr val="FFD200"/>
              </a:buClr>
              <a:buSzTx/>
              <a:buFont typeface="EYInterstate Light" panose="02000506000000020004" pitchFamily="2" charset="0"/>
              <a:buChar char="•"/>
              <a:tabLst/>
              <a:defRPr sz="1800" kern="1200">
                <a:solidFill>
                  <a:schemeClr val="bg1"/>
                </a:solidFill>
                <a:latin typeface="EYInterstate Light" panose="02000506000000020004" pitchFamily="2" charset="0"/>
                <a:ea typeface="+mn-ea"/>
                <a:cs typeface="+mn-cs"/>
              </a:defRPr>
            </a:lvl1pPr>
            <a:lvl2pPr marL="356616"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2pPr>
            <a:lvl3pPr marL="713232"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3pPr>
            <a:lvl4pPr marL="1069848"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4pPr>
            <a:lvl5pPr marL="1426464" indent="0" algn="l" defTabSz="914400" rtl="0" eaLnBrk="1" latinLnBrk="0" hangingPunct="1">
              <a:spcBef>
                <a:spcPct val="20000"/>
              </a:spcBef>
              <a:buClr>
                <a:schemeClr val="accent2"/>
              </a:buClr>
              <a:buSzPct val="70000"/>
              <a:buFont typeface="Arial" pitchFamily="34" charset="0"/>
              <a:buNone/>
              <a:defRPr sz="18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1218560">
              <a:spcBef>
                <a:spcPts val="800"/>
              </a:spcBef>
              <a:spcAft>
                <a:spcPts val="800"/>
              </a:spcAft>
              <a:buClr>
                <a:srgbClr val="FFE600"/>
              </a:buClr>
              <a:buNone/>
              <a:defRPr/>
            </a:pPr>
            <a:r>
              <a:rPr lang="en-US" sz="2000" b="1" kern="0" noProof="0" dirty="0">
                <a:solidFill>
                  <a:srgbClr val="FF7900"/>
                </a:solidFill>
                <a:latin typeface="+mn-lt"/>
              </a:rPr>
              <a:t>7.2%</a:t>
            </a:r>
            <a:endParaRPr lang="en-US" sz="2000" b="1" noProof="0" dirty="0">
              <a:solidFill>
                <a:schemeClr val="tx1"/>
              </a:solidFill>
              <a:latin typeface="+mn-lt"/>
            </a:endParaRPr>
          </a:p>
        </p:txBody>
      </p:sp>
      <p:sp>
        <p:nvSpPr>
          <p:cNvPr id="11" name="Rectangle 10">
            <a:extLst>
              <a:ext uri="{FF2B5EF4-FFF2-40B4-BE49-F238E27FC236}">
                <a16:creationId xmlns:a16="http://schemas.microsoft.com/office/drawing/2014/main" id="{81CB81A5-2C6E-0DA8-75BD-67C431E104DB}"/>
              </a:ext>
            </a:extLst>
          </p:cNvPr>
          <p:cNvSpPr/>
          <p:nvPr/>
        </p:nvSpPr>
        <p:spPr>
          <a:xfrm>
            <a:off x="575273" y="3833955"/>
            <a:ext cx="1399758" cy="406721"/>
          </a:xfrm>
          <a:prstGeom prst="rect">
            <a:avLst/>
          </a:prstGeom>
          <a:ln>
            <a:noFill/>
          </a:ln>
        </p:spPr>
        <p:txBody>
          <a:bodyPr wrap="square" lIns="0" tIns="33754" rIns="0" bIns="33754" anchor="t">
            <a:spAutoFit/>
          </a:bodyPr>
          <a:lstStyle>
            <a:defPPr>
              <a:defRPr lang="en-US"/>
            </a:defPPr>
            <a:lvl1pPr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1pPr>
            <a:lvl2pPr marL="457120"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2pPr>
            <a:lvl3pPr marL="914239"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3pPr>
            <a:lvl4pPr marL="1371358"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4pPr>
            <a:lvl5pPr marL="1828477" algn="ctr" rtl="0" fontAlgn="base">
              <a:lnSpc>
                <a:spcPts val="1400"/>
              </a:lnSpc>
              <a:spcBef>
                <a:spcPct val="0"/>
              </a:spcBef>
              <a:spcAft>
                <a:spcPct val="0"/>
              </a:spcAft>
              <a:defRPr sz="1100" kern="1200">
                <a:solidFill>
                  <a:srgbClr val="010024"/>
                </a:solidFill>
                <a:latin typeface="EYInterstate Regular" pitchFamily="2" charset="0"/>
                <a:ea typeface="+mn-ea"/>
                <a:cs typeface="+mn-cs"/>
              </a:defRPr>
            </a:lvl5pPr>
            <a:lvl6pPr marL="2285597" algn="l" defTabSz="914239" rtl="0" eaLnBrk="1" latinLnBrk="0" hangingPunct="1">
              <a:defRPr sz="1100" kern="1200">
                <a:solidFill>
                  <a:srgbClr val="010024"/>
                </a:solidFill>
                <a:latin typeface="EYInterstate Regular" pitchFamily="2" charset="0"/>
                <a:ea typeface="+mn-ea"/>
                <a:cs typeface="+mn-cs"/>
              </a:defRPr>
            </a:lvl6pPr>
            <a:lvl7pPr marL="2742716" algn="l" defTabSz="914239" rtl="0" eaLnBrk="1" latinLnBrk="0" hangingPunct="1">
              <a:defRPr sz="1100" kern="1200">
                <a:solidFill>
                  <a:srgbClr val="010024"/>
                </a:solidFill>
                <a:latin typeface="EYInterstate Regular" pitchFamily="2" charset="0"/>
                <a:ea typeface="+mn-ea"/>
                <a:cs typeface="+mn-cs"/>
              </a:defRPr>
            </a:lvl7pPr>
            <a:lvl8pPr marL="3199836" algn="l" defTabSz="914239" rtl="0" eaLnBrk="1" latinLnBrk="0" hangingPunct="1">
              <a:defRPr sz="1100" kern="1200">
                <a:solidFill>
                  <a:srgbClr val="010024"/>
                </a:solidFill>
                <a:latin typeface="EYInterstate Regular" pitchFamily="2" charset="0"/>
                <a:ea typeface="+mn-ea"/>
                <a:cs typeface="+mn-cs"/>
              </a:defRPr>
            </a:lvl8pPr>
            <a:lvl9pPr marL="3656954" algn="l" defTabSz="914239" rtl="0" eaLnBrk="1" latinLnBrk="0" hangingPunct="1">
              <a:defRPr sz="1100" kern="1200">
                <a:solidFill>
                  <a:srgbClr val="010024"/>
                </a:solidFill>
                <a:latin typeface="EYInterstate Regular" pitchFamily="2" charset="0"/>
                <a:ea typeface="+mn-ea"/>
                <a:cs typeface="+mn-cs"/>
              </a:defRPr>
            </a:lvl9pPr>
          </a:lstStyle>
          <a:p>
            <a:pPr algn="l" defTabSz="913463">
              <a:lnSpc>
                <a:spcPct val="100000"/>
              </a:lnSpc>
              <a:spcAft>
                <a:spcPts val="600"/>
              </a:spcAft>
              <a:buClr>
                <a:srgbClr val="FFE600"/>
              </a:buClr>
              <a:buSzPct val="70000"/>
              <a:defRPr/>
            </a:pPr>
            <a:r>
              <a:rPr lang="en-US" noProof="0" dirty="0">
                <a:solidFill>
                  <a:schemeClr val="tx1"/>
                </a:solidFill>
                <a:latin typeface="+mn-lt"/>
              </a:rPr>
              <a:t>Revenue growth projected for 2030</a:t>
            </a:r>
          </a:p>
        </p:txBody>
      </p:sp>
      <p:cxnSp>
        <p:nvCxnSpPr>
          <p:cNvPr id="15" name="Straight Connector 14">
            <a:extLst>
              <a:ext uri="{FF2B5EF4-FFF2-40B4-BE49-F238E27FC236}">
                <a16:creationId xmlns:a16="http://schemas.microsoft.com/office/drawing/2014/main" id="{3FA4CE62-CC8E-646D-FB6B-E99EB48B98E2}"/>
              </a:ext>
            </a:extLst>
          </p:cNvPr>
          <p:cNvCxnSpPr>
            <a:cxnSpLocks/>
          </p:cNvCxnSpPr>
          <p:nvPr/>
        </p:nvCxnSpPr>
        <p:spPr>
          <a:xfrm>
            <a:off x="2267744" y="1770608"/>
            <a:ext cx="19198" cy="2727343"/>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224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3B89-2659-47DB-4F0D-EC3CD23BE17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94A45C-11CA-0678-9C20-A02877BD57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834" b="7834"/>
          <a:stretch>
            <a:fillRect/>
          </a:stretch>
        </p:blipFill>
        <p:spPr>
          <a:xfrm>
            <a:off x="0" y="0"/>
            <a:ext cx="9144000" cy="5143500"/>
          </a:xfrm>
          <a:prstGeom prst="rect">
            <a:avLst/>
          </a:prstGeom>
        </p:spPr>
      </p:pic>
      <p:sp>
        <p:nvSpPr>
          <p:cNvPr id="7" name="Rectangle 6">
            <a:extLst>
              <a:ext uri="{FF2B5EF4-FFF2-40B4-BE49-F238E27FC236}">
                <a16:creationId xmlns:a16="http://schemas.microsoft.com/office/drawing/2014/main" id="{52DE47B1-6419-24A5-BB83-515B9BA0F49F}"/>
              </a:ext>
            </a:extLst>
          </p:cNvPr>
          <p:cNvSpPr/>
          <p:nvPr/>
        </p:nvSpPr>
        <p:spPr>
          <a:xfrm>
            <a:off x="-1" y="0"/>
            <a:ext cx="8677836" cy="5143500"/>
          </a:xfrm>
          <a:prstGeom prst="rect">
            <a:avLst/>
          </a:prstGeom>
          <a:gradFill flip="none" rotWithShape="1">
            <a:gsLst>
              <a:gs pos="34000">
                <a:schemeClr val="bg1">
                  <a:lumMod val="95000"/>
                  <a:lumOff val="5000"/>
                  <a:alpha val="82000"/>
                </a:schemeClr>
              </a:gs>
              <a:gs pos="65000">
                <a:schemeClr val="bg1">
                  <a:lumMod val="85000"/>
                  <a:lumOff val="15000"/>
                  <a:alpha val="0"/>
                </a:schemeClr>
              </a:gs>
              <a:gs pos="100000">
                <a:schemeClr val="bg1">
                  <a:lumMod val="75000"/>
                  <a:lumOff val="2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rgbClr val="000000"/>
              </a:solidFill>
            </a:endParaRPr>
          </a:p>
        </p:txBody>
      </p:sp>
      <p:sp>
        <p:nvSpPr>
          <p:cNvPr id="3" name="Title 2">
            <a:extLst>
              <a:ext uri="{FF2B5EF4-FFF2-40B4-BE49-F238E27FC236}">
                <a16:creationId xmlns:a16="http://schemas.microsoft.com/office/drawing/2014/main" id="{0A2D578D-22F7-87E2-1AD3-79C922A233C9}"/>
              </a:ext>
            </a:extLst>
          </p:cNvPr>
          <p:cNvSpPr>
            <a:spLocks noGrp="1"/>
          </p:cNvSpPr>
          <p:nvPr>
            <p:ph type="title"/>
          </p:nvPr>
        </p:nvSpPr>
        <p:spPr>
          <a:xfrm>
            <a:off x="595793" y="571500"/>
            <a:ext cx="3894510" cy="1203512"/>
          </a:xfrm>
        </p:spPr>
        <p:txBody>
          <a:bodyPr/>
          <a:lstStyle/>
          <a:p>
            <a:pPr marL="444500" indent="-444500">
              <a:lnSpc>
                <a:spcPct val="100000"/>
              </a:lnSpc>
              <a:spcBef>
                <a:spcPts val="600"/>
              </a:spcBef>
              <a:buClr>
                <a:schemeClr val="bg2"/>
              </a:buClr>
              <a:buFont typeface="+mj-lt"/>
              <a:buAutoNum type="arabicPeriod" startAt="2"/>
            </a:pPr>
            <a:r>
              <a:rPr lang="en-US" sz="2800" noProof="0" dirty="0"/>
              <a:t>What sets us apart</a:t>
            </a:r>
            <a:br>
              <a:rPr lang="en-US" sz="2800" noProof="0" dirty="0"/>
            </a:br>
            <a:r>
              <a:rPr lang="en-US" noProof="0" dirty="0">
                <a:solidFill>
                  <a:schemeClr val="tx1"/>
                </a:solidFill>
              </a:rPr>
              <a:t>An end-to-end player across the digital value chain</a:t>
            </a:r>
            <a:endParaRPr lang="en-US" sz="2800" noProof="0" dirty="0"/>
          </a:p>
        </p:txBody>
      </p:sp>
    </p:spTree>
    <p:extLst>
      <p:ext uri="{BB962C8B-B14F-4D97-AF65-F5344CB8AC3E}">
        <p14:creationId xmlns:p14="http://schemas.microsoft.com/office/powerpoint/2010/main" val="165371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29AFB-64B0-4374-6DF1-254D6FC2A795}"/>
              </a:ext>
            </a:extLst>
          </p:cNvPr>
          <p:cNvSpPr>
            <a:spLocks noGrp="1"/>
          </p:cNvSpPr>
          <p:nvPr>
            <p:ph type="title"/>
          </p:nvPr>
        </p:nvSpPr>
        <p:spPr/>
        <p:txBody>
          <a:bodyPr/>
          <a:lstStyle/>
          <a:p>
            <a:r>
              <a:rPr lang="en-US" noProof="0" dirty="0"/>
              <a:t>Our unique differentiators</a:t>
            </a:r>
          </a:p>
        </p:txBody>
      </p:sp>
      <p:sp>
        <p:nvSpPr>
          <p:cNvPr id="3" name="Rectangle 2">
            <a:extLst>
              <a:ext uri="{FF2B5EF4-FFF2-40B4-BE49-F238E27FC236}">
                <a16:creationId xmlns:a16="http://schemas.microsoft.com/office/drawing/2014/main" id="{6C103275-8465-7EC6-F790-2013E0DC2C30}"/>
              </a:ext>
            </a:extLst>
          </p:cNvPr>
          <p:cNvSpPr>
            <a:spLocks/>
          </p:cNvSpPr>
          <p:nvPr/>
        </p:nvSpPr>
        <p:spPr>
          <a:xfrm>
            <a:off x="577026" y="2980716"/>
            <a:ext cx="2110399" cy="11900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lvl="0" defTabSz="1219170">
              <a:spcBef>
                <a:spcPts val="600"/>
              </a:spcBef>
              <a:defRPr/>
            </a:pPr>
            <a:r>
              <a:rPr kumimoji="0" lang="en-US" sz="1400" b="0" i="0" u="none" strike="noStrike" kern="1200" cap="none" spc="-20" normalizeH="0" baseline="0" noProof="0" dirty="0">
                <a:ln>
                  <a:noFill/>
                </a:ln>
                <a:solidFill>
                  <a:srgbClr val="FF7900"/>
                </a:solidFill>
                <a:effectLst/>
                <a:uLnTx/>
                <a:uFillTx/>
                <a:ea typeface="+mn-ea"/>
                <a:cs typeface="+mn-cs"/>
              </a:rPr>
              <a:t>Our operator roots, networks and platforms </a:t>
            </a:r>
            <a:br>
              <a:rPr kumimoji="0" lang="en-US" sz="1200" b="0" i="0" u="none" strike="noStrike" kern="1200" cap="none" spc="-20" normalizeH="0" baseline="0" noProof="0" dirty="0">
                <a:ln>
                  <a:noFill/>
                </a:ln>
                <a:solidFill>
                  <a:srgbClr val="FF7900"/>
                </a:solidFill>
                <a:effectLst/>
                <a:uLnTx/>
                <a:uFillTx/>
                <a:ea typeface="+mn-ea"/>
                <a:cs typeface="+mn-cs"/>
              </a:rPr>
            </a:br>
            <a:br>
              <a:rPr kumimoji="0" lang="en-US" sz="1200" b="0" i="0" u="none" strike="noStrike" kern="1200" cap="none" spc="-20" normalizeH="0" baseline="0" noProof="0" dirty="0">
                <a:ln>
                  <a:noFill/>
                </a:ln>
                <a:solidFill>
                  <a:srgbClr val="FF7900"/>
                </a:solidFill>
                <a:effectLst/>
                <a:uLnTx/>
                <a:uFillTx/>
                <a:ea typeface="+mn-ea"/>
                <a:cs typeface="+mn-cs"/>
              </a:rPr>
            </a:br>
            <a:r>
              <a:rPr lang="en-US" sz="1100" spc="-20" noProof="0" dirty="0">
                <a:solidFill>
                  <a:srgbClr val="FFFFFF"/>
                </a:solidFill>
              </a:rPr>
              <a:t>We build and run complex infrastructures at global scale, with a depth of expertise few can match.</a:t>
            </a:r>
          </a:p>
        </p:txBody>
      </p:sp>
      <p:sp>
        <p:nvSpPr>
          <p:cNvPr id="4" name="Rectangle 3">
            <a:extLst>
              <a:ext uri="{FF2B5EF4-FFF2-40B4-BE49-F238E27FC236}">
                <a16:creationId xmlns:a16="http://schemas.microsoft.com/office/drawing/2014/main" id="{20C8FD05-0F72-3CCF-63D7-89975A38D185}"/>
              </a:ext>
            </a:extLst>
          </p:cNvPr>
          <p:cNvSpPr>
            <a:spLocks/>
          </p:cNvSpPr>
          <p:nvPr/>
        </p:nvSpPr>
        <p:spPr>
          <a:xfrm>
            <a:off x="3411759" y="2980716"/>
            <a:ext cx="2384377" cy="1535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lvl="0" defTabSz="1219170">
              <a:spcBef>
                <a:spcPts val="600"/>
              </a:spcBef>
              <a:defRPr/>
            </a:pPr>
            <a:r>
              <a:rPr kumimoji="0" lang="en-US" sz="1400" b="0" i="0" u="none" strike="noStrike" kern="1200" cap="none" spc="-20" normalizeH="0" baseline="0" noProof="0" dirty="0">
                <a:ln>
                  <a:noFill/>
                </a:ln>
                <a:solidFill>
                  <a:srgbClr val="FF7900"/>
                </a:solidFill>
                <a:effectLst/>
                <a:uLnTx/>
                <a:uFillTx/>
                <a:ea typeface="+mn-ea"/>
                <a:cs typeface="+mn-cs"/>
              </a:rPr>
              <a:t>Our unique blend of skills and partners </a:t>
            </a:r>
            <a:br>
              <a:rPr kumimoji="0" lang="en-US" sz="1200" b="0" i="0" u="none" strike="noStrike" kern="1200" cap="none" spc="-20" normalizeH="0" baseline="0" noProof="0" dirty="0">
                <a:ln>
                  <a:noFill/>
                </a:ln>
                <a:solidFill>
                  <a:srgbClr val="FFFFFF"/>
                </a:solidFill>
                <a:effectLst/>
                <a:uLnTx/>
                <a:uFillTx/>
                <a:ea typeface="+mn-ea"/>
                <a:cs typeface="+mn-cs"/>
              </a:rPr>
            </a:br>
            <a:br>
              <a:rPr lang="en-US" sz="1200" spc="-20" noProof="0" dirty="0">
                <a:solidFill>
                  <a:srgbClr val="FFFFFF"/>
                </a:solidFill>
              </a:rPr>
            </a:br>
            <a:r>
              <a:rPr lang="en-US" sz="1100" spc="-20" noProof="0" dirty="0">
                <a:solidFill>
                  <a:srgbClr val="FFFFFF"/>
                </a:solidFill>
              </a:rPr>
              <a:t>We orchestrate the full digital value chain, from connectivity to cloud to cybersecurity (with the right people and the right partners).</a:t>
            </a:r>
          </a:p>
          <a:p>
            <a:pPr lvl="0" defTabSz="1219170">
              <a:spcBef>
                <a:spcPts val="600"/>
              </a:spcBef>
              <a:defRPr/>
            </a:pPr>
            <a:endParaRPr kumimoji="0" lang="en-US" sz="1200" b="0" i="0" u="none" strike="noStrike" kern="1200" cap="none" spc="-20" normalizeH="0" baseline="0" noProof="0" dirty="0">
              <a:ln>
                <a:noFill/>
              </a:ln>
              <a:solidFill>
                <a:srgbClr val="FFFFFF"/>
              </a:solidFill>
              <a:effectLst/>
              <a:uLnTx/>
              <a:uFillTx/>
              <a:ea typeface="+mn-ea"/>
              <a:cs typeface="+mn-cs"/>
            </a:endParaRPr>
          </a:p>
        </p:txBody>
      </p:sp>
      <p:sp>
        <p:nvSpPr>
          <p:cNvPr id="5" name="Rectangle 4">
            <a:extLst>
              <a:ext uri="{FF2B5EF4-FFF2-40B4-BE49-F238E27FC236}">
                <a16:creationId xmlns:a16="http://schemas.microsoft.com/office/drawing/2014/main" id="{4C6D04F1-6F8A-F127-210D-C05652F565DD}"/>
              </a:ext>
            </a:extLst>
          </p:cNvPr>
          <p:cNvSpPr>
            <a:spLocks/>
          </p:cNvSpPr>
          <p:nvPr/>
        </p:nvSpPr>
        <p:spPr>
          <a:xfrm>
            <a:off x="6356200" y="2980716"/>
            <a:ext cx="2136788" cy="119008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lvl="0" defTabSz="1219170">
              <a:spcBef>
                <a:spcPts val="600"/>
              </a:spcBef>
              <a:defRPr/>
            </a:pPr>
            <a:r>
              <a:rPr lang="en-US" sz="1400" spc="-20" noProof="0" dirty="0">
                <a:solidFill>
                  <a:srgbClr val="FF7900"/>
                </a:solidFill>
              </a:rPr>
              <a:t>Our people are what make the difference</a:t>
            </a:r>
            <a:br>
              <a:rPr lang="en-US" sz="1200" spc="-20" noProof="0" dirty="0">
                <a:solidFill>
                  <a:srgbClr val="FF7900"/>
                </a:solidFill>
              </a:rPr>
            </a:br>
            <a:br>
              <a:rPr kumimoji="0" lang="en-US" sz="1200" b="0" i="0" u="none" strike="noStrike" kern="1200" cap="none" spc="-20" normalizeH="0" baseline="0" noProof="0" dirty="0">
                <a:ln>
                  <a:noFill/>
                </a:ln>
                <a:solidFill>
                  <a:srgbClr val="FF7900"/>
                </a:solidFill>
                <a:effectLst/>
                <a:uLnTx/>
                <a:uFillTx/>
                <a:ea typeface="+mn-ea"/>
                <a:cs typeface="+mn-cs"/>
              </a:rPr>
            </a:br>
            <a:r>
              <a:rPr lang="en-US" sz="1100" spc="-20" noProof="0" dirty="0">
                <a:solidFill>
                  <a:srgbClr val="FFFFFF"/>
                </a:solidFill>
              </a:rPr>
              <a:t>They build lasting relationships with customers and help them navigate whatever comes next.</a:t>
            </a:r>
          </a:p>
        </p:txBody>
      </p:sp>
      <p:sp>
        <p:nvSpPr>
          <p:cNvPr id="6" name="Rectangle 5">
            <a:extLst>
              <a:ext uri="{FF2B5EF4-FFF2-40B4-BE49-F238E27FC236}">
                <a16:creationId xmlns:a16="http://schemas.microsoft.com/office/drawing/2014/main" id="{7B7F9536-D57C-824E-A69B-A657F04B861F}"/>
              </a:ext>
            </a:extLst>
          </p:cNvPr>
          <p:cNvSpPr/>
          <p:nvPr/>
        </p:nvSpPr>
        <p:spPr>
          <a:xfrm>
            <a:off x="395536" y="842669"/>
            <a:ext cx="8097452" cy="667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lvl="0" defTabSz="1219170">
              <a:defRPr/>
            </a:pPr>
            <a:r>
              <a:rPr lang="en-US" sz="1400" b="1" noProof="0" dirty="0">
                <a:solidFill>
                  <a:schemeClr val="tx1"/>
                </a:solidFill>
              </a:rPr>
              <a:t>Few can see the full picture. As an operator, integrator, and platform player, we understand the </a:t>
            </a:r>
            <a:r>
              <a:rPr lang="en-US" sz="1400" b="1" noProof="0" dirty="0">
                <a:solidFill>
                  <a:schemeClr val="bg2"/>
                </a:solidFill>
              </a:rPr>
              <a:t>entire</a:t>
            </a:r>
            <a:r>
              <a:rPr lang="en-US" sz="1400" b="1" noProof="0" dirty="0">
                <a:solidFill>
                  <a:schemeClr val="tx1"/>
                </a:solidFill>
              </a:rPr>
              <a:t> </a:t>
            </a:r>
            <a:r>
              <a:rPr lang="en-US" sz="1400" b="1" noProof="0" dirty="0">
                <a:solidFill>
                  <a:schemeClr val="bg2"/>
                </a:solidFill>
              </a:rPr>
              <a:t>digital value chain </a:t>
            </a:r>
            <a:r>
              <a:rPr lang="en-US" sz="1400" b="1" noProof="0" dirty="0">
                <a:solidFill>
                  <a:schemeClr val="tx1"/>
                </a:solidFill>
              </a:rPr>
              <a:t>and deliver </a:t>
            </a:r>
            <a:r>
              <a:rPr lang="en-US" sz="1400" b="1" noProof="0" dirty="0">
                <a:solidFill>
                  <a:schemeClr val="bg2"/>
                </a:solidFill>
              </a:rPr>
              <a:t>end-to-end solutions </a:t>
            </a:r>
            <a:r>
              <a:rPr lang="en-US" sz="1400" b="1" noProof="0" dirty="0">
                <a:solidFill>
                  <a:schemeClr val="tx1"/>
                </a:solidFill>
              </a:rPr>
              <a:t>built around what businesses actually need.</a:t>
            </a:r>
            <a:endParaRPr kumimoji="0" lang="en-US" sz="1400" b="1" i="0" u="none" strike="noStrike" kern="1200" cap="none" spc="-20" normalizeH="0" baseline="0" noProof="0" dirty="0">
              <a:ln>
                <a:noFill/>
              </a:ln>
              <a:solidFill>
                <a:schemeClr val="tx1"/>
              </a:solidFill>
              <a:effectLst/>
              <a:uLnTx/>
              <a:uFillTx/>
              <a:ea typeface="+mn-ea"/>
              <a:cs typeface="+mn-cs"/>
            </a:endParaRPr>
          </a:p>
        </p:txBody>
      </p:sp>
      <p:pic>
        <p:nvPicPr>
          <p:cNvPr id="7" name="Image 1">
            <a:extLst>
              <a:ext uri="{FF2B5EF4-FFF2-40B4-BE49-F238E27FC236}">
                <a16:creationId xmlns:a16="http://schemas.microsoft.com/office/drawing/2014/main" id="{ABDB20D9-1BC0-946D-7493-64076059C2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2241" y="1997994"/>
            <a:ext cx="844016" cy="844016"/>
          </a:xfrm>
          <a:prstGeom prst="rect">
            <a:avLst/>
          </a:prstGeom>
        </p:spPr>
      </p:pic>
      <p:pic>
        <p:nvPicPr>
          <p:cNvPr id="8" name="Graphic 24">
            <a:extLst>
              <a:ext uri="{FF2B5EF4-FFF2-40B4-BE49-F238E27FC236}">
                <a16:creationId xmlns:a16="http://schemas.microsoft.com/office/drawing/2014/main" id="{B8F049A4-3454-1E5A-DBF6-2EE1099117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3986" y="2048828"/>
            <a:ext cx="742347" cy="742347"/>
          </a:xfrm>
          <a:prstGeom prst="rect">
            <a:avLst/>
          </a:prstGeom>
        </p:spPr>
      </p:pic>
      <p:pic>
        <p:nvPicPr>
          <p:cNvPr id="9" name="Image 3">
            <a:extLst>
              <a:ext uri="{FF2B5EF4-FFF2-40B4-BE49-F238E27FC236}">
                <a16:creationId xmlns:a16="http://schemas.microsoft.com/office/drawing/2014/main" id="{69C592F9-42C1-784A-F980-ACCA6BED11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23011" y="2062684"/>
            <a:ext cx="742347" cy="742347"/>
          </a:xfrm>
          <a:prstGeom prst="rect">
            <a:avLst/>
          </a:prstGeom>
        </p:spPr>
      </p:pic>
      <p:cxnSp>
        <p:nvCxnSpPr>
          <p:cNvPr id="10" name="Straight Connector 14">
            <a:extLst>
              <a:ext uri="{FF2B5EF4-FFF2-40B4-BE49-F238E27FC236}">
                <a16:creationId xmlns:a16="http://schemas.microsoft.com/office/drawing/2014/main" id="{92CA41B6-B12B-5CDA-B84B-E636C2904636}"/>
              </a:ext>
            </a:extLst>
          </p:cNvPr>
          <p:cNvCxnSpPr>
            <a:cxnSpLocks/>
          </p:cNvCxnSpPr>
          <p:nvPr/>
        </p:nvCxnSpPr>
        <p:spPr>
          <a:xfrm>
            <a:off x="2983334" y="1844657"/>
            <a:ext cx="19198" cy="2727343"/>
          </a:xfrm>
          <a:prstGeom prst="line">
            <a:avLst/>
          </a:prstGeom>
          <a:ln/>
        </p:spPr>
        <p:style>
          <a:lnRef idx="1">
            <a:schemeClr val="dk1"/>
          </a:lnRef>
          <a:fillRef idx="0">
            <a:schemeClr val="dk1"/>
          </a:fillRef>
          <a:effectRef idx="0">
            <a:schemeClr val="dk1"/>
          </a:effectRef>
          <a:fontRef idx="minor">
            <a:schemeClr val="tx1"/>
          </a:fontRef>
        </p:style>
      </p:cxnSp>
      <p:cxnSp>
        <p:nvCxnSpPr>
          <p:cNvPr id="11" name="Straight Connector 14">
            <a:extLst>
              <a:ext uri="{FF2B5EF4-FFF2-40B4-BE49-F238E27FC236}">
                <a16:creationId xmlns:a16="http://schemas.microsoft.com/office/drawing/2014/main" id="{D5A72D86-11C3-E618-515E-9C410ECF9826}"/>
              </a:ext>
            </a:extLst>
          </p:cNvPr>
          <p:cNvCxnSpPr>
            <a:cxnSpLocks/>
          </p:cNvCxnSpPr>
          <p:nvPr/>
        </p:nvCxnSpPr>
        <p:spPr>
          <a:xfrm>
            <a:off x="5967788" y="1844657"/>
            <a:ext cx="19198" cy="2727343"/>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340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24">
            <a:extLst>
              <a:ext uri="{FF2B5EF4-FFF2-40B4-BE49-F238E27FC236}">
                <a16:creationId xmlns:a16="http://schemas.microsoft.com/office/drawing/2014/main" id="{8B6B8309-6A74-A635-5608-03137667516C}"/>
              </a:ext>
            </a:extLst>
          </p:cNvPr>
          <p:cNvSpPr/>
          <p:nvPr/>
        </p:nvSpPr>
        <p:spPr>
          <a:xfrm>
            <a:off x="3095072" y="2816395"/>
            <a:ext cx="2931805" cy="1342675"/>
          </a:xfrm>
          <a:custGeom>
            <a:avLst/>
            <a:gdLst>
              <a:gd name="connsiteX0" fmla="*/ 0 w 8427883"/>
              <a:gd name="connsiteY0" fmla="*/ 3930565 h 7861129"/>
              <a:gd name="connsiteX1" fmla="*/ 4213942 w 8427883"/>
              <a:gd name="connsiteY1" fmla="*/ 0 h 7861129"/>
              <a:gd name="connsiteX2" fmla="*/ 8427884 w 8427883"/>
              <a:gd name="connsiteY2" fmla="*/ 3930565 h 7861129"/>
              <a:gd name="connsiteX3" fmla="*/ 4213942 w 8427883"/>
              <a:gd name="connsiteY3" fmla="*/ 7861130 h 7861129"/>
              <a:gd name="connsiteX4" fmla="*/ 0 w 8427883"/>
              <a:gd name="connsiteY4" fmla="*/ 3930565 h 7861129"/>
              <a:gd name="connsiteX0" fmla="*/ 4213942 w 8427884"/>
              <a:gd name="connsiteY0" fmla="*/ 7861130 h 7952570"/>
              <a:gd name="connsiteX1" fmla="*/ 0 w 8427884"/>
              <a:gd name="connsiteY1" fmla="*/ 3930565 h 7952570"/>
              <a:gd name="connsiteX2" fmla="*/ 4213942 w 8427884"/>
              <a:gd name="connsiteY2" fmla="*/ 0 h 7952570"/>
              <a:gd name="connsiteX3" fmla="*/ 8427884 w 8427884"/>
              <a:gd name="connsiteY3" fmla="*/ 3930565 h 7952570"/>
              <a:gd name="connsiteX4" fmla="*/ 4305382 w 8427884"/>
              <a:gd name="connsiteY4" fmla="*/ 7952570 h 7952570"/>
              <a:gd name="connsiteX0" fmla="*/ 4213942 w 8427884"/>
              <a:gd name="connsiteY0" fmla="*/ 7861130 h 7861130"/>
              <a:gd name="connsiteX1" fmla="*/ 0 w 8427884"/>
              <a:gd name="connsiteY1" fmla="*/ 3930565 h 7861130"/>
              <a:gd name="connsiteX2" fmla="*/ 4213942 w 8427884"/>
              <a:gd name="connsiteY2" fmla="*/ 0 h 7861130"/>
              <a:gd name="connsiteX3" fmla="*/ 8427884 w 8427884"/>
              <a:gd name="connsiteY3" fmla="*/ 3930565 h 7861130"/>
              <a:gd name="connsiteX0" fmla="*/ 0 w 8427884"/>
              <a:gd name="connsiteY0" fmla="*/ 3930565 h 3930565"/>
              <a:gd name="connsiteX1" fmla="*/ 4213942 w 8427884"/>
              <a:gd name="connsiteY1" fmla="*/ 0 h 3930565"/>
              <a:gd name="connsiteX2" fmla="*/ 8427884 w 8427884"/>
              <a:gd name="connsiteY2" fmla="*/ 3930565 h 3930565"/>
            </a:gdLst>
            <a:ahLst/>
            <a:cxnLst>
              <a:cxn ang="0">
                <a:pos x="connsiteX0" y="connsiteY0"/>
              </a:cxn>
              <a:cxn ang="0">
                <a:pos x="connsiteX1" y="connsiteY1"/>
              </a:cxn>
              <a:cxn ang="0">
                <a:pos x="connsiteX2" y="connsiteY2"/>
              </a:cxn>
            </a:cxnLst>
            <a:rect l="l" t="t" r="r" b="b"/>
            <a:pathLst>
              <a:path w="8427884" h="3930565">
                <a:moveTo>
                  <a:pt x="0" y="3930565"/>
                </a:moveTo>
                <a:cubicBezTo>
                  <a:pt x="0" y="1759774"/>
                  <a:pt x="1886646" y="0"/>
                  <a:pt x="4213942" y="0"/>
                </a:cubicBezTo>
                <a:cubicBezTo>
                  <a:pt x="6541238" y="0"/>
                  <a:pt x="8427884" y="1759774"/>
                  <a:pt x="8427884" y="3930565"/>
                </a:cubicBezTo>
              </a:path>
            </a:pathLst>
          </a:custGeom>
          <a:noFill/>
          <a:ln w="41275" cap="flat">
            <a:solidFill>
              <a:schemeClr val="tx2"/>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79" tIns="68579" rIns="68579" bIns="68579" numCol="1" spcCol="38100" rtlCol="0" anchor="ctr">
            <a:noAutofit/>
          </a:bodyPr>
          <a:lstStyle/>
          <a:p>
            <a:pPr defTabSz="1828754" hangingPunct="0">
              <a:lnSpc>
                <a:spcPct val="90000"/>
              </a:lnSpc>
              <a:spcBef>
                <a:spcPts val="400"/>
              </a:spcBef>
              <a:defRPr/>
            </a:pPr>
            <a:endParaRPr lang="en-US" sz="3600" noProof="0" dirty="0">
              <a:solidFill>
                <a:srgbClr val="000000"/>
              </a:solidFill>
              <a:sym typeface="Helvetica 75 Bold"/>
            </a:endParaRPr>
          </a:p>
        </p:txBody>
      </p:sp>
      <p:sp>
        <p:nvSpPr>
          <p:cNvPr id="5" name="Rectangle 3">
            <a:extLst>
              <a:ext uri="{FF2B5EF4-FFF2-40B4-BE49-F238E27FC236}">
                <a16:creationId xmlns:a16="http://schemas.microsoft.com/office/drawing/2014/main" id="{54640E25-01C2-1A65-A619-78063E690BB6}"/>
              </a:ext>
            </a:extLst>
          </p:cNvPr>
          <p:cNvSpPr/>
          <p:nvPr/>
        </p:nvSpPr>
        <p:spPr>
          <a:xfrm>
            <a:off x="6420675" y="207092"/>
            <a:ext cx="286200" cy="286200"/>
          </a:xfrm>
          <a:prstGeom prst="rect">
            <a:avLst/>
          </a:prstGeom>
          <a:solidFill>
            <a:schemeClr val="bg1"/>
          </a:solidFill>
          <a:ln w="12700">
            <a:miter lim="400000"/>
          </a:ln>
        </p:spPr>
        <p:txBody>
          <a:bodyPr tIns="34289" bIns="34289" anchor="ctr"/>
          <a:lstStyle/>
          <a:p>
            <a:pPr algn="ctr" hangingPunct="0">
              <a:lnSpc>
                <a:spcPct val="90000"/>
              </a:lnSpc>
              <a:spcBef>
                <a:spcPts val="400"/>
              </a:spcBef>
              <a:defRPr sz="3200"/>
            </a:pPr>
            <a:endParaRPr lang="en-US" sz="1200" kern="0" noProof="0" dirty="0">
              <a:solidFill>
                <a:srgbClr val="000000"/>
              </a:solidFill>
              <a:cs typeface="Helvetica"/>
              <a:sym typeface="Helvetica 75 Bold"/>
            </a:endParaRPr>
          </a:p>
        </p:txBody>
      </p:sp>
      <p:sp>
        <p:nvSpPr>
          <p:cNvPr id="27" name="TextBox 156">
            <a:extLst>
              <a:ext uri="{FF2B5EF4-FFF2-40B4-BE49-F238E27FC236}">
                <a16:creationId xmlns:a16="http://schemas.microsoft.com/office/drawing/2014/main" id="{175A64B3-6519-36DC-8C46-2BDB5FBD3DCF}"/>
              </a:ext>
            </a:extLst>
          </p:cNvPr>
          <p:cNvSpPr txBox="1"/>
          <p:nvPr/>
        </p:nvSpPr>
        <p:spPr>
          <a:xfrm>
            <a:off x="2539319" y="4796905"/>
            <a:ext cx="1047946" cy="300660"/>
          </a:xfrm>
          <a:prstGeom prst="rect">
            <a:avLst/>
          </a:prstGeom>
          <a:noFill/>
        </p:spPr>
        <p:txBody>
          <a:bodyPr wrap="square" rtlCol="0">
            <a:spAutoFit/>
          </a:bodyPr>
          <a:lstStyle/>
          <a:p>
            <a:pPr algn="ctr" defTabSz="685783">
              <a:lnSpc>
                <a:spcPct val="90000"/>
              </a:lnSpc>
              <a:spcBef>
                <a:spcPts val="400"/>
              </a:spcBef>
              <a:defRPr/>
            </a:pPr>
            <a:r>
              <a:rPr lang="en-US" sz="750" noProof="0" dirty="0">
                <a:solidFill>
                  <a:srgbClr val="FFFFFF"/>
                </a:solidFill>
              </a:rPr>
              <a:t>NextGenSecured Connectivity</a:t>
            </a:r>
          </a:p>
        </p:txBody>
      </p:sp>
      <p:sp>
        <p:nvSpPr>
          <p:cNvPr id="31" name="TextBox 160">
            <a:extLst>
              <a:ext uri="{FF2B5EF4-FFF2-40B4-BE49-F238E27FC236}">
                <a16:creationId xmlns:a16="http://schemas.microsoft.com/office/drawing/2014/main" id="{8D19EDC7-495A-1916-D62B-614E57A9F25C}"/>
              </a:ext>
            </a:extLst>
          </p:cNvPr>
          <p:cNvSpPr txBox="1"/>
          <p:nvPr/>
        </p:nvSpPr>
        <p:spPr>
          <a:xfrm>
            <a:off x="5386553" y="4801353"/>
            <a:ext cx="1129663" cy="300660"/>
          </a:xfrm>
          <a:prstGeom prst="rect">
            <a:avLst/>
          </a:prstGeom>
          <a:noFill/>
        </p:spPr>
        <p:txBody>
          <a:bodyPr wrap="square" rtlCol="0">
            <a:spAutoFit/>
          </a:bodyPr>
          <a:lstStyle/>
          <a:p>
            <a:pPr algn="ctr" defTabSz="685783">
              <a:lnSpc>
                <a:spcPct val="90000"/>
              </a:lnSpc>
              <a:spcBef>
                <a:spcPts val="400"/>
              </a:spcBef>
              <a:defRPr/>
            </a:pPr>
            <a:r>
              <a:rPr lang="en-US" sz="750" noProof="0" dirty="0"/>
              <a:t>Secure cloud orchestration</a:t>
            </a:r>
          </a:p>
        </p:txBody>
      </p:sp>
      <p:sp>
        <p:nvSpPr>
          <p:cNvPr id="77" name="AutoShape 3">
            <a:extLst>
              <a:ext uri="{FF2B5EF4-FFF2-40B4-BE49-F238E27FC236}">
                <a16:creationId xmlns:a16="http://schemas.microsoft.com/office/drawing/2014/main" id="{05E652AC-A2B5-01FA-A19F-E4B956E75A02}"/>
              </a:ext>
            </a:extLst>
          </p:cNvPr>
          <p:cNvSpPr>
            <a:spLocks noChangeAspect="1" noChangeArrowheads="1" noTextEdit="1"/>
          </p:cNvSpPr>
          <p:nvPr/>
        </p:nvSpPr>
        <p:spPr bwMode="auto">
          <a:xfrm>
            <a:off x="3507430" y="2408299"/>
            <a:ext cx="1493357" cy="15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766">
              <a:defRPr/>
            </a:pPr>
            <a:endParaRPr lang="en-US" sz="1350" noProof="0" dirty="0">
              <a:solidFill>
                <a:srgbClr val="000000"/>
              </a:solidFill>
              <a:latin typeface="Helvetica 75 Bold"/>
            </a:endParaRPr>
          </a:p>
        </p:txBody>
      </p:sp>
      <p:sp>
        <p:nvSpPr>
          <p:cNvPr id="78" name="AutoShape 3">
            <a:extLst>
              <a:ext uri="{FF2B5EF4-FFF2-40B4-BE49-F238E27FC236}">
                <a16:creationId xmlns:a16="http://schemas.microsoft.com/office/drawing/2014/main" id="{E96712F0-EB34-ED03-ECB4-B6925CF869C3}"/>
              </a:ext>
            </a:extLst>
          </p:cNvPr>
          <p:cNvSpPr>
            <a:spLocks noChangeAspect="1" noChangeArrowheads="1" noTextEdit="1"/>
          </p:cNvSpPr>
          <p:nvPr/>
        </p:nvSpPr>
        <p:spPr bwMode="auto">
          <a:xfrm>
            <a:off x="3524047" y="2472567"/>
            <a:ext cx="1483272" cy="1580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766">
              <a:defRPr/>
            </a:pPr>
            <a:endParaRPr lang="en-US" sz="1350" noProof="0" dirty="0">
              <a:solidFill>
                <a:srgbClr val="000000"/>
              </a:solidFill>
              <a:latin typeface="Helvetica 75 Bold"/>
            </a:endParaRPr>
          </a:p>
        </p:txBody>
      </p:sp>
      <p:sp>
        <p:nvSpPr>
          <p:cNvPr id="79" name="Text Placeholder 1512">
            <a:extLst>
              <a:ext uri="{FF2B5EF4-FFF2-40B4-BE49-F238E27FC236}">
                <a16:creationId xmlns:a16="http://schemas.microsoft.com/office/drawing/2014/main" id="{F8038356-543A-3B8C-0A02-8DEC6F4D7CB0}"/>
              </a:ext>
            </a:extLst>
          </p:cNvPr>
          <p:cNvSpPr txBox="1">
            <a:spLocks/>
          </p:cNvSpPr>
          <p:nvPr/>
        </p:nvSpPr>
        <p:spPr>
          <a:xfrm>
            <a:off x="3626850" y="3306224"/>
            <a:ext cx="1276489" cy="794391"/>
          </a:xfrm>
          <a:prstGeom prst="rect">
            <a:avLst/>
          </a:prstGeom>
        </p:spPr>
        <p:txBody>
          <a:bodyPr spcFirstLastPara="1" tIns="108000" numCol="1" anchor="ctr" anchorCtr="0">
            <a:prstTxWarp prst="textArchDown">
              <a:avLst>
                <a:gd name="adj" fmla="val 491195"/>
              </a:avLst>
            </a:prstTxWarp>
          </a:bodyPr>
          <a:lstStyle>
            <a:lvl1pPr marL="314325" marR="0" indent="-309563" algn="l" defTabSz="1154444" rtl="0" eaLnBrk="1" fontAlgn="base" latinLnBrk="0" hangingPunct="1">
              <a:lnSpc>
                <a:spcPct val="100000"/>
              </a:lnSpc>
              <a:spcBef>
                <a:spcPts val="1200"/>
              </a:spcBef>
              <a:spcAft>
                <a:spcPct val="0"/>
              </a:spcAft>
              <a:buClr>
                <a:schemeClr val="tx1"/>
              </a:buClr>
              <a:buSzPct val="100000"/>
              <a:buFont typeface="Arial" panose="020B0604020202020204" pitchFamily="34" charset="0"/>
              <a:buChar char="•"/>
              <a:tabLst/>
              <a:defRPr kumimoji="0" lang="en-US" altLang="zh-CN" sz="1600" b="0" i="0" u="none" strike="noStrike" kern="1200" cap="none" spc="0" normalizeH="0" baseline="0" noProof="1">
                <a:ln>
                  <a:noFill/>
                </a:ln>
                <a:solidFill>
                  <a:schemeClr val="tx1"/>
                </a:solidFill>
                <a:effectLst/>
                <a:uLnTx/>
                <a:uFillTx/>
                <a:latin typeface="+mn-lt"/>
                <a:ea typeface="+mn-ea"/>
                <a:cs typeface="+mn-cs"/>
              </a:defRPr>
            </a:lvl1pPr>
            <a:lvl2pPr marL="641350" marR="0" indent="-31750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en-CA" altLang="zh-CN" sz="1400" kern="1200" baseline="0" noProof="1">
                <a:solidFill>
                  <a:schemeClr val="tx1"/>
                </a:solidFill>
                <a:latin typeface="+mn-lt"/>
                <a:ea typeface="+mn-ea"/>
                <a:cs typeface="+mn-cs"/>
              </a:defRPr>
            </a:lvl2pPr>
            <a:lvl3pPr marL="990600" marR="0" indent="-33655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zh-CN" altLang="en-US" sz="1400" kern="1200" noProof="1">
                <a:solidFill>
                  <a:schemeClr val="tx1"/>
                </a:solidFill>
                <a:latin typeface="+mn-lt"/>
                <a:ea typeface="+mn-ea"/>
                <a:cs typeface="+mn-cs"/>
              </a:defRPr>
            </a:lvl3pPr>
            <a:lvl4pPr marL="1710820" marR="0" indent="-247478" algn="l" defTabSz="1154749" rtl="0" eaLnBrk="1" fontAlgn="auto" latinLnBrk="0" hangingPunct="1">
              <a:lnSpc>
                <a:spcPct val="100000"/>
              </a:lnSpc>
              <a:spcBef>
                <a:spcPct val="20000"/>
              </a:spcBef>
              <a:spcAft>
                <a:spcPts val="0"/>
              </a:spcAft>
              <a:buClr>
                <a:schemeClr val="tx1"/>
              </a:buClr>
              <a:buSzTx/>
              <a:buFont typeface="Verdana" pitchFamily="34" charset="0"/>
              <a:buChar char="-"/>
              <a:tabLst/>
              <a:defRPr lang="en-CA" altLang="zh-CN" sz="1883" kern="1200">
                <a:solidFill>
                  <a:schemeClr val="tx1"/>
                </a:solidFill>
                <a:latin typeface="+mn-lt"/>
                <a:ea typeface="+mn-ea"/>
                <a:cs typeface="+mn-cs"/>
              </a:defRPr>
            </a:lvl4pPr>
            <a:lvl5pPr marL="2598187" indent="-288688" algn="l" defTabSz="1154749" rtl="0" eaLnBrk="1" latinLnBrk="0" hangingPunct="1">
              <a:spcBef>
                <a:spcPct val="20000"/>
              </a:spcBef>
              <a:buFont typeface="Arial" pitchFamily="34" charset="0"/>
              <a:buChar char="»"/>
              <a:defRPr sz="2824" kern="1200">
                <a:solidFill>
                  <a:schemeClr val="tx1"/>
                </a:solidFill>
                <a:latin typeface="Verdana" pitchFamily="34" charset="0"/>
                <a:ea typeface="+mn-ea"/>
                <a:cs typeface="+mn-cs"/>
              </a:defRPr>
            </a:lvl5pPr>
            <a:lvl6pPr marL="317556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6pPr>
            <a:lvl7pPr marL="375293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7pPr>
            <a:lvl8pPr marL="433031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8pPr>
            <a:lvl9pPr marL="490768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9pPr>
          </a:lstStyle>
          <a:p>
            <a:pPr marL="0" indent="0" algn="ctr" defTabSz="1154301">
              <a:lnSpc>
                <a:spcPct val="90000"/>
              </a:lnSpc>
              <a:spcBef>
                <a:spcPts val="400"/>
              </a:spcBef>
              <a:buClr>
                <a:prstClr val="black"/>
              </a:buClr>
              <a:buNone/>
              <a:defRPr/>
            </a:pPr>
            <a:endParaRPr lang="en-US" sz="1350" noProof="0" dirty="0">
              <a:solidFill>
                <a:srgbClr val="FFFFFF"/>
              </a:solidFill>
              <a:cs typeface="Arial" panose="020B0604020202020204" pitchFamily="34" charset="0"/>
            </a:endParaRPr>
          </a:p>
        </p:txBody>
      </p:sp>
      <p:sp>
        <p:nvSpPr>
          <p:cNvPr id="81" name="Text Placeholder 1512">
            <a:extLst>
              <a:ext uri="{FF2B5EF4-FFF2-40B4-BE49-F238E27FC236}">
                <a16:creationId xmlns:a16="http://schemas.microsoft.com/office/drawing/2014/main" id="{A15B86C3-43AC-1005-1407-1B592EB712A0}"/>
              </a:ext>
            </a:extLst>
          </p:cNvPr>
          <p:cNvSpPr txBox="1">
            <a:spLocks/>
          </p:cNvSpPr>
          <p:nvPr/>
        </p:nvSpPr>
        <p:spPr>
          <a:xfrm>
            <a:off x="3628023" y="3252701"/>
            <a:ext cx="1306979" cy="813365"/>
          </a:xfrm>
          <a:prstGeom prst="rect">
            <a:avLst/>
          </a:prstGeom>
        </p:spPr>
        <p:txBody>
          <a:bodyPr spcFirstLastPara="1" tIns="108000" numCol="1" anchor="ctr" anchorCtr="0">
            <a:prstTxWarp prst="textArchDown">
              <a:avLst>
                <a:gd name="adj" fmla="val 491195"/>
              </a:avLst>
            </a:prstTxWarp>
          </a:bodyPr>
          <a:lstStyle>
            <a:lvl1pPr marL="314325" marR="0" indent="-309563" algn="l" defTabSz="1154444" rtl="0" eaLnBrk="1" fontAlgn="base" latinLnBrk="0" hangingPunct="1">
              <a:lnSpc>
                <a:spcPct val="100000"/>
              </a:lnSpc>
              <a:spcBef>
                <a:spcPts val="1200"/>
              </a:spcBef>
              <a:spcAft>
                <a:spcPct val="0"/>
              </a:spcAft>
              <a:buClr>
                <a:schemeClr val="tx1"/>
              </a:buClr>
              <a:buSzPct val="100000"/>
              <a:buFont typeface="Arial" panose="020B0604020202020204" pitchFamily="34" charset="0"/>
              <a:buChar char="•"/>
              <a:tabLst/>
              <a:defRPr kumimoji="0" lang="en-US" altLang="zh-CN" sz="1600" b="0" i="0" u="none" strike="noStrike" kern="1200" cap="none" spc="0" normalizeH="0" baseline="0" noProof="1">
                <a:ln>
                  <a:noFill/>
                </a:ln>
                <a:solidFill>
                  <a:schemeClr val="tx1"/>
                </a:solidFill>
                <a:effectLst/>
                <a:uLnTx/>
                <a:uFillTx/>
                <a:latin typeface="+mn-lt"/>
                <a:ea typeface="+mn-ea"/>
                <a:cs typeface="+mn-cs"/>
              </a:defRPr>
            </a:lvl1pPr>
            <a:lvl2pPr marL="641350" marR="0" indent="-31750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en-CA" altLang="zh-CN" sz="1400" kern="1200" baseline="0" noProof="1">
                <a:solidFill>
                  <a:schemeClr val="tx1"/>
                </a:solidFill>
                <a:latin typeface="+mn-lt"/>
                <a:ea typeface="+mn-ea"/>
                <a:cs typeface="+mn-cs"/>
              </a:defRPr>
            </a:lvl2pPr>
            <a:lvl3pPr marL="990600" marR="0" indent="-33655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zh-CN" altLang="en-US" sz="1400" kern="1200" noProof="1">
                <a:solidFill>
                  <a:schemeClr val="tx1"/>
                </a:solidFill>
                <a:latin typeface="+mn-lt"/>
                <a:ea typeface="+mn-ea"/>
                <a:cs typeface="+mn-cs"/>
              </a:defRPr>
            </a:lvl3pPr>
            <a:lvl4pPr marL="1710820" marR="0" indent="-247478" algn="l" defTabSz="1154749" rtl="0" eaLnBrk="1" fontAlgn="auto" latinLnBrk="0" hangingPunct="1">
              <a:lnSpc>
                <a:spcPct val="100000"/>
              </a:lnSpc>
              <a:spcBef>
                <a:spcPct val="20000"/>
              </a:spcBef>
              <a:spcAft>
                <a:spcPts val="0"/>
              </a:spcAft>
              <a:buClr>
                <a:schemeClr val="tx1"/>
              </a:buClr>
              <a:buSzTx/>
              <a:buFont typeface="Verdana" pitchFamily="34" charset="0"/>
              <a:buChar char="-"/>
              <a:tabLst/>
              <a:defRPr lang="en-CA" altLang="zh-CN" sz="1883" kern="1200">
                <a:solidFill>
                  <a:schemeClr val="tx1"/>
                </a:solidFill>
                <a:latin typeface="+mn-lt"/>
                <a:ea typeface="+mn-ea"/>
                <a:cs typeface="+mn-cs"/>
              </a:defRPr>
            </a:lvl4pPr>
            <a:lvl5pPr marL="2598187" indent="-288688" algn="l" defTabSz="1154749" rtl="0" eaLnBrk="1" latinLnBrk="0" hangingPunct="1">
              <a:spcBef>
                <a:spcPct val="20000"/>
              </a:spcBef>
              <a:buFont typeface="Arial" pitchFamily="34" charset="0"/>
              <a:buChar char="»"/>
              <a:defRPr sz="2824" kern="1200">
                <a:solidFill>
                  <a:schemeClr val="tx1"/>
                </a:solidFill>
                <a:latin typeface="Verdana" pitchFamily="34" charset="0"/>
                <a:ea typeface="+mn-ea"/>
                <a:cs typeface="+mn-cs"/>
              </a:defRPr>
            </a:lvl5pPr>
            <a:lvl6pPr marL="317556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6pPr>
            <a:lvl7pPr marL="375293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7pPr>
            <a:lvl8pPr marL="433031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8pPr>
            <a:lvl9pPr marL="490768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9pPr>
          </a:lstStyle>
          <a:p>
            <a:pPr marL="0" indent="0" algn="ctr" defTabSz="1154301">
              <a:lnSpc>
                <a:spcPct val="90000"/>
              </a:lnSpc>
              <a:spcBef>
                <a:spcPts val="400"/>
              </a:spcBef>
              <a:buClr>
                <a:prstClr val="black"/>
              </a:buClr>
              <a:buNone/>
              <a:defRPr/>
            </a:pPr>
            <a:endParaRPr lang="en-US" sz="1350" noProof="0" dirty="0">
              <a:solidFill>
                <a:srgbClr val="FFFFFF"/>
              </a:solidFill>
              <a:cs typeface="Arial" panose="020B0604020202020204" pitchFamily="34" charset="0"/>
            </a:endParaRPr>
          </a:p>
        </p:txBody>
      </p:sp>
      <p:sp>
        <p:nvSpPr>
          <p:cNvPr id="167" name="TextBox 166">
            <a:extLst>
              <a:ext uri="{FF2B5EF4-FFF2-40B4-BE49-F238E27FC236}">
                <a16:creationId xmlns:a16="http://schemas.microsoft.com/office/drawing/2014/main" id="{C531E84E-7F93-ED86-CB5F-799B8D47BD88}"/>
              </a:ext>
            </a:extLst>
          </p:cNvPr>
          <p:cNvSpPr txBox="1"/>
          <p:nvPr/>
        </p:nvSpPr>
        <p:spPr>
          <a:xfrm>
            <a:off x="827584" y="4214826"/>
            <a:ext cx="1087412" cy="300660"/>
          </a:xfrm>
          <a:prstGeom prst="rect">
            <a:avLst/>
          </a:prstGeom>
          <a:noFill/>
        </p:spPr>
        <p:txBody>
          <a:bodyPr wrap="square" rtlCol="0">
            <a:spAutoFit/>
          </a:bodyPr>
          <a:lstStyle>
            <a:defPPr>
              <a:defRPr lang="en-US"/>
            </a:defPPr>
            <a:lvl1pPr algn="ctr">
              <a:defRPr sz="1000">
                <a:solidFill>
                  <a:schemeClr val="bg1"/>
                </a:solidFill>
                <a:latin typeface="Helvetica 45 Light" panose="020B0403020202020204" pitchFamily="34" charset="0"/>
              </a:defRPr>
            </a:lvl1pPr>
          </a:lstStyle>
          <a:p>
            <a:pPr defTabSz="685783">
              <a:lnSpc>
                <a:spcPct val="90000"/>
              </a:lnSpc>
              <a:spcBef>
                <a:spcPts val="400"/>
              </a:spcBef>
              <a:defRPr/>
            </a:pPr>
            <a:r>
              <a:rPr lang="en-US" sz="750" noProof="0" dirty="0">
                <a:solidFill>
                  <a:schemeClr val="tx1"/>
                </a:solidFill>
                <a:latin typeface="+mn-lt"/>
              </a:rPr>
              <a:t>GenAI empowered Workforce</a:t>
            </a:r>
            <a:endParaRPr lang="en-US" sz="750" kern="0" noProof="0" dirty="0">
              <a:solidFill>
                <a:schemeClr val="tx1"/>
              </a:solidFill>
              <a:latin typeface="+mn-lt"/>
            </a:endParaRPr>
          </a:p>
        </p:txBody>
      </p:sp>
      <p:sp>
        <p:nvSpPr>
          <p:cNvPr id="168" name="TextBox 302">
            <a:extLst>
              <a:ext uri="{FF2B5EF4-FFF2-40B4-BE49-F238E27FC236}">
                <a16:creationId xmlns:a16="http://schemas.microsoft.com/office/drawing/2014/main" id="{EDDBCE9B-1D2A-547F-3D2F-B75D3A75FFB0}"/>
              </a:ext>
            </a:extLst>
          </p:cNvPr>
          <p:cNvSpPr txBox="1"/>
          <p:nvPr/>
        </p:nvSpPr>
        <p:spPr>
          <a:xfrm>
            <a:off x="1454347" y="2697406"/>
            <a:ext cx="742758" cy="300096"/>
          </a:xfrm>
          <a:prstGeom prst="rect">
            <a:avLst/>
          </a:prstGeom>
          <a:noFill/>
        </p:spPr>
        <p:txBody>
          <a:bodyPr wrap="square" rtlCol="0">
            <a:spAutoFit/>
          </a:bodyPr>
          <a:lstStyle>
            <a:defPPr>
              <a:defRPr lang="en-US"/>
            </a:defPPr>
            <a:lvl1pPr algn="ctr">
              <a:defRPr sz="1000">
                <a:solidFill>
                  <a:schemeClr val="bg1"/>
                </a:solidFill>
                <a:latin typeface="Helvetica 45 Light" panose="020B0403020202020204" pitchFamily="34" charset="0"/>
              </a:defRPr>
            </a:lvl1pPr>
          </a:lstStyle>
          <a:p>
            <a:pPr defTabSz="685783">
              <a:lnSpc>
                <a:spcPct val="90000"/>
              </a:lnSpc>
              <a:spcBef>
                <a:spcPts val="400"/>
              </a:spcBef>
              <a:defRPr/>
            </a:pPr>
            <a:r>
              <a:rPr lang="en-US" sz="750" kern="0" noProof="0" dirty="0">
                <a:solidFill>
                  <a:srgbClr val="FFFFFF"/>
                </a:solidFill>
                <a:latin typeface="+mn-lt"/>
              </a:rPr>
              <a:t>Frontline workers*</a:t>
            </a:r>
          </a:p>
        </p:txBody>
      </p:sp>
      <p:sp>
        <p:nvSpPr>
          <p:cNvPr id="169" name="TextBox 302">
            <a:extLst>
              <a:ext uri="{FF2B5EF4-FFF2-40B4-BE49-F238E27FC236}">
                <a16:creationId xmlns:a16="http://schemas.microsoft.com/office/drawing/2014/main" id="{18CB0908-72D8-E48A-B584-EEF79E477D21}"/>
              </a:ext>
            </a:extLst>
          </p:cNvPr>
          <p:cNvSpPr txBox="1"/>
          <p:nvPr/>
        </p:nvSpPr>
        <p:spPr>
          <a:xfrm>
            <a:off x="2131737" y="2506859"/>
            <a:ext cx="1173621" cy="404534"/>
          </a:xfrm>
          <a:prstGeom prst="rect">
            <a:avLst/>
          </a:prstGeom>
          <a:noFill/>
        </p:spPr>
        <p:txBody>
          <a:bodyPr wrap="square" rtlCol="0">
            <a:spAutoFit/>
          </a:bodyPr>
          <a:lstStyle>
            <a:defPPr>
              <a:defRPr lang="en-US"/>
            </a:defPPr>
            <a:lvl1pPr algn="ctr">
              <a:defRPr sz="1000">
                <a:solidFill>
                  <a:schemeClr val="bg1"/>
                </a:solidFill>
                <a:latin typeface="Helvetica 45 Light" panose="020B0403020202020204" pitchFamily="34" charset="0"/>
              </a:defRPr>
            </a:lvl1pPr>
          </a:lstStyle>
          <a:p>
            <a:pPr defTabSz="685783">
              <a:lnSpc>
                <a:spcPct val="90000"/>
              </a:lnSpc>
              <a:spcBef>
                <a:spcPts val="400"/>
              </a:spcBef>
              <a:defRPr/>
            </a:pPr>
            <a:r>
              <a:rPr lang="en-US" sz="750" noProof="0" dirty="0">
                <a:solidFill>
                  <a:schemeClr val="tx1"/>
                </a:solidFill>
                <a:latin typeface="+mn-lt"/>
              </a:rPr>
              <a:t>Collab Hub* – Employee Success Suite</a:t>
            </a:r>
          </a:p>
        </p:txBody>
      </p:sp>
      <p:sp>
        <p:nvSpPr>
          <p:cNvPr id="192" name="TextBox 238">
            <a:extLst>
              <a:ext uri="{FF2B5EF4-FFF2-40B4-BE49-F238E27FC236}">
                <a16:creationId xmlns:a16="http://schemas.microsoft.com/office/drawing/2014/main" id="{A42F074E-85B8-E0A7-C585-E68D3FA20411}"/>
              </a:ext>
            </a:extLst>
          </p:cNvPr>
          <p:cNvSpPr txBox="1"/>
          <p:nvPr/>
        </p:nvSpPr>
        <p:spPr>
          <a:xfrm>
            <a:off x="4355975" y="1693615"/>
            <a:ext cx="792089" cy="404534"/>
          </a:xfrm>
          <a:prstGeom prst="rect">
            <a:avLst/>
          </a:prstGeom>
          <a:noFill/>
        </p:spPr>
        <p:txBody>
          <a:bodyPr wrap="square" rtlCol="0">
            <a:spAutoFit/>
          </a:bodyPr>
          <a:lstStyle/>
          <a:p>
            <a:pPr algn="ctr" defTabSz="685783">
              <a:lnSpc>
                <a:spcPct val="90000"/>
              </a:lnSpc>
              <a:spcBef>
                <a:spcPts val="400"/>
              </a:spcBef>
              <a:defRPr/>
            </a:pPr>
            <a:r>
              <a:rPr lang="en-US" sz="750" noProof="0" dirty="0"/>
              <a:t>Orchestrate customer interactions</a:t>
            </a:r>
          </a:p>
        </p:txBody>
      </p:sp>
      <p:sp>
        <p:nvSpPr>
          <p:cNvPr id="200" name="TextBox 199">
            <a:extLst>
              <a:ext uri="{FF2B5EF4-FFF2-40B4-BE49-F238E27FC236}">
                <a16:creationId xmlns:a16="http://schemas.microsoft.com/office/drawing/2014/main" id="{F9144B3E-B4CA-4FD6-C67A-741D61EC5E89}"/>
              </a:ext>
            </a:extLst>
          </p:cNvPr>
          <p:cNvSpPr txBox="1"/>
          <p:nvPr/>
        </p:nvSpPr>
        <p:spPr>
          <a:xfrm>
            <a:off x="6196691" y="2525715"/>
            <a:ext cx="970166" cy="404534"/>
          </a:xfrm>
          <a:prstGeom prst="rect">
            <a:avLst/>
          </a:prstGeom>
          <a:noFill/>
        </p:spPr>
        <p:txBody>
          <a:bodyPr wrap="square" rtlCol="0">
            <a:spAutoFit/>
          </a:bodyPr>
          <a:lstStyle/>
          <a:p>
            <a:pPr algn="ctr" defTabSz="685783">
              <a:lnSpc>
                <a:spcPct val="90000"/>
              </a:lnSpc>
              <a:spcBef>
                <a:spcPts val="400"/>
              </a:spcBef>
              <a:defRPr/>
            </a:pPr>
            <a:r>
              <a:rPr lang="en-US" sz="750" noProof="0" dirty="0">
                <a:solidFill>
                  <a:srgbClr val="FFFFFF"/>
                </a:solidFill>
              </a:rPr>
              <a:t>Smart Connected Products</a:t>
            </a:r>
          </a:p>
        </p:txBody>
      </p:sp>
      <p:sp>
        <p:nvSpPr>
          <p:cNvPr id="201" name="TextBox 200">
            <a:extLst>
              <a:ext uri="{FF2B5EF4-FFF2-40B4-BE49-F238E27FC236}">
                <a16:creationId xmlns:a16="http://schemas.microsoft.com/office/drawing/2014/main" id="{267AC6CA-1672-9126-2156-5696098CC662}"/>
              </a:ext>
            </a:extLst>
          </p:cNvPr>
          <p:cNvSpPr txBox="1"/>
          <p:nvPr/>
        </p:nvSpPr>
        <p:spPr>
          <a:xfrm>
            <a:off x="7148796" y="3618080"/>
            <a:ext cx="842867" cy="373307"/>
          </a:xfrm>
          <a:prstGeom prst="rect">
            <a:avLst/>
          </a:prstGeom>
          <a:noFill/>
        </p:spPr>
        <p:txBody>
          <a:bodyPr wrap="square" rtlCol="0">
            <a:spAutoFit/>
          </a:bodyPr>
          <a:lstStyle/>
          <a:p>
            <a:pPr algn="ctr" defTabSz="685783">
              <a:lnSpc>
                <a:spcPct val="90000"/>
              </a:lnSpc>
              <a:spcBef>
                <a:spcPts val="400"/>
              </a:spcBef>
              <a:defRPr/>
            </a:pPr>
            <a:r>
              <a:rPr lang="en-US" sz="675" noProof="0" dirty="0">
                <a:solidFill>
                  <a:srgbClr val="FFFFFF"/>
                </a:solidFill>
              </a:rPr>
              <a:t>Smart Manufacturing and operation</a:t>
            </a:r>
          </a:p>
        </p:txBody>
      </p:sp>
      <p:sp>
        <p:nvSpPr>
          <p:cNvPr id="39" name="AutoShape 3">
            <a:extLst>
              <a:ext uri="{FF2B5EF4-FFF2-40B4-BE49-F238E27FC236}">
                <a16:creationId xmlns:a16="http://schemas.microsoft.com/office/drawing/2014/main" id="{F96904FF-3D4E-661C-8F78-857E89C8B4D6}"/>
              </a:ext>
            </a:extLst>
          </p:cNvPr>
          <p:cNvSpPr>
            <a:spLocks noChangeAspect="1" noChangeArrowheads="1" noTextEdit="1"/>
          </p:cNvSpPr>
          <p:nvPr/>
        </p:nvSpPr>
        <p:spPr bwMode="auto">
          <a:xfrm>
            <a:off x="3490904" y="2408299"/>
            <a:ext cx="1493357" cy="15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766">
              <a:defRPr/>
            </a:pPr>
            <a:endParaRPr lang="en-US" sz="1350" noProof="0" dirty="0">
              <a:solidFill>
                <a:srgbClr val="000000"/>
              </a:solidFill>
              <a:latin typeface="Helvetica 75 Bold"/>
            </a:endParaRPr>
          </a:p>
        </p:txBody>
      </p:sp>
      <p:sp>
        <p:nvSpPr>
          <p:cNvPr id="40" name="AutoShape 3">
            <a:extLst>
              <a:ext uri="{FF2B5EF4-FFF2-40B4-BE49-F238E27FC236}">
                <a16:creationId xmlns:a16="http://schemas.microsoft.com/office/drawing/2014/main" id="{0B5168F0-3C50-8CF0-876D-DCEA438C886F}"/>
              </a:ext>
            </a:extLst>
          </p:cNvPr>
          <p:cNvSpPr>
            <a:spLocks noChangeAspect="1" noChangeArrowheads="1" noTextEdit="1"/>
          </p:cNvSpPr>
          <p:nvPr/>
        </p:nvSpPr>
        <p:spPr bwMode="auto">
          <a:xfrm>
            <a:off x="3507521" y="2472567"/>
            <a:ext cx="1483272" cy="1580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defTabSz="685766">
              <a:defRPr/>
            </a:pPr>
            <a:endParaRPr lang="en-US" sz="1350" noProof="0" dirty="0">
              <a:solidFill>
                <a:srgbClr val="000000"/>
              </a:solidFill>
              <a:latin typeface="Helvetica 75 Bold"/>
            </a:endParaRPr>
          </a:p>
        </p:txBody>
      </p:sp>
      <p:sp>
        <p:nvSpPr>
          <p:cNvPr id="41" name="Text Placeholder 1512">
            <a:extLst>
              <a:ext uri="{FF2B5EF4-FFF2-40B4-BE49-F238E27FC236}">
                <a16:creationId xmlns:a16="http://schemas.microsoft.com/office/drawing/2014/main" id="{8C078AC7-9B1E-1BDF-5BCF-4632ECAB2BDA}"/>
              </a:ext>
            </a:extLst>
          </p:cNvPr>
          <p:cNvSpPr txBox="1">
            <a:spLocks/>
          </p:cNvSpPr>
          <p:nvPr/>
        </p:nvSpPr>
        <p:spPr>
          <a:xfrm>
            <a:off x="3610324" y="3306224"/>
            <a:ext cx="1276489" cy="794391"/>
          </a:xfrm>
          <a:prstGeom prst="rect">
            <a:avLst/>
          </a:prstGeom>
        </p:spPr>
        <p:txBody>
          <a:bodyPr spcFirstLastPara="1" tIns="108000" numCol="1" anchor="ctr" anchorCtr="0">
            <a:prstTxWarp prst="textArchDown">
              <a:avLst>
                <a:gd name="adj" fmla="val 491195"/>
              </a:avLst>
            </a:prstTxWarp>
          </a:bodyPr>
          <a:lstStyle>
            <a:lvl1pPr marL="314325" marR="0" indent="-309563" algn="l" defTabSz="1154444" rtl="0" eaLnBrk="1" fontAlgn="base" latinLnBrk="0" hangingPunct="1">
              <a:lnSpc>
                <a:spcPct val="100000"/>
              </a:lnSpc>
              <a:spcBef>
                <a:spcPts val="1200"/>
              </a:spcBef>
              <a:spcAft>
                <a:spcPct val="0"/>
              </a:spcAft>
              <a:buClr>
                <a:schemeClr val="tx1"/>
              </a:buClr>
              <a:buSzPct val="100000"/>
              <a:buFont typeface="Arial" panose="020B0604020202020204" pitchFamily="34" charset="0"/>
              <a:buChar char="•"/>
              <a:tabLst/>
              <a:defRPr kumimoji="0" lang="en-US" altLang="zh-CN" sz="1600" b="0" i="0" u="none" strike="noStrike" kern="1200" cap="none" spc="0" normalizeH="0" baseline="0" noProof="1">
                <a:ln>
                  <a:noFill/>
                </a:ln>
                <a:solidFill>
                  <a:schemeClr val="tx1"/>
                </a:solidFill>
                <a:effectLst/>
                <a:uLnTx/>
                <a:uFillTx/>
                <a:latin typeface="+mn-lt"/>
                <a:ea typeface="+mn-ea"/>
                <a:cs typeface="+mn-cs"/>
              </a:defRPr>
            </a:lvl1pPr>
            <a:lvl2pPr marL="641350" marR="0" indent="-31750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en-CA" altLang="zh-CN" sz="1400" kern="1200" baseline="0" noProof="1">
                <a:solidFill>
                  <a:schemeClr val="tx1"/>
                </a:solidFill>
                <a:latin typeface="+mn-lt"/>
                <a:ea typeface="+mn-ea"/>
                <a:cs typeface="+mn-cs"/>
              </a:defRPr>
            </a:lvl2pPr>
            <a:lvl3pPr marL="990600" marR="0" indent="-33655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zh-CN" altLang="en-US" sz="1400" kern="1200" noProof="1">
                <a:solidFill>
                  <a:schemeClr val="tx1"/>
                </a:solidFill>
                <a:latin typeface="+mn-lt"/>
                <a:ea typeface="+mn-ea"/>
                <a:cs typeface="+mn-cs"/>
              </a:defRPr>
            </a:lvl3pPr>
            <a:lvl4pPr marL="1710820" marR="0" indent="-247478" algn="l" defTabSz="1154749" rtl="0" eaLnBrk="1" fontAlgn="auto" latinLnBrk="0" hangingPunct="1">
              <a:lnSpc>
                <a:spcPct val="100000"/>
              </a:lnSpc>
              <a:spcBef>
                <a:spcPct val="20000"/>
              </a:spcBef>
              <a:spcAft>
                <a:spcPts val="0"/>
              </a:spcAft>
              <a:buClr>
                <a:schemeClr val="tx1"/>
              </a:buClr>
              <a:buSzTx/>
              <a:buFont typeface="Verdana" pitchFamily="34" charset="0"/>
              <a:buChar char="-"/>
              <a:tabLst/>
              <a:defRPr lang="en-CA" altLang="zh-CN" sz="1883" kern="1200">
                <a:solidFill>
                  <a:schemeClr val="tx1"/>
                </a:solidFill>
                <a:latin typeface="+mn-lt"/>
                <a:ea typeface="+mn-ea"/>
                <a:cs typeface="+mn-cs"/>
              </a:defRPr>
            </a:lvl4pPr>
            <a:lvl5pPr marL="2598187" indent="-288688" algn="l" defTabSz="1154749" rtl="0" eaLnBrk="1" latinLnBrk="0" hangingPunct="1">
              <a:spcBef>
                <a:spcPct val="20000"/>
              </a:spcBef>
              <a:buFont typeface="Arial" pitchFamily="34" charset="0"/>
              <a:buChar char="»"/>
              <a:defRPr sz="2824" kern="1200">
                <a:solidFill>
                  <a:schemeClr val="tx1"/>
                </a:solidFill>
                <a:latin typeface="Verdana" pitchFamily="34" charset="0"/>
                <a:ea typeface="+mn-ea"/>
                <a:cs typeface="+mn-cs"/>
              </a:defRPr>
            </a:lvl5pPr>
            <a:lvl6pPr marL="317556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6pPr>
            <a:lvl7pPr marL="375293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7pPr>
            <a:lvl8pPr marL="433031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8pPr>
            <a:lvl9pPr marL="490768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9pPr>
          </a:lstStyle>
          <a:p>
            <a:pPr marL="0" indent="0" algn="ctr" defTabSz="1154301">
              <a:lnSpc>
                <a:spcPct val="90000"/>
              </a:lnSpc>
              <a:spcBef>
                <a:spcPts val="400"/>
              </a:spcBef>
              <a:buClr>
                <a:prstClr val="black"/>
              </a:buClr>
              <a:buNone/>
              <a:defRPr/>
            </a:pPr>
            <a:endParaRPr lang="en-US" sz="1350" noProof="0" dirty="0">
              <a:solidFill>
                <a:srgbClr val="FFFFFF"/>
              </a:solidFill>
              <a:cs typeface="Arial" panose="020B0604020202020204" pitchFamily="34" charset="0"/>
            </a:endParaRPr>
          </a:p>
        </p:txBody>
      </p:sp>
      <p:sp>
        <p:nvSpPr>
          <p:cNvPr id="42" name="Text Placeholder 1512">
            <a:extLst>
              <a:ext uri="{FF2B5EF4-FFF2-40B4-BE49-F238E27FC236}">
                <a16:creationId xmlns:a16="http://schemas.microsoft.com/office/drawing/2014/main" id="{3C4D8108-3A19-DCC3-8923-E744EB2D2440}"/>
              </a:ext>
            </a:extLst>
          </p:cNvPr>
          <p:cNvSpPr txBox="1">
            <a:spLocks/>
          </p:cNvSpPr>
          <p:nvPr/>
        </p:nvSpPr>
        <p:spPr>
          <a:xfrm>
            <a:off x="3611497" y="3252701"/>
            <a:ext cx="1306979" cy="813365"/>
          </a:xfrm>
          <a:prstGeom prst="rect">
            <a:avLst/>
          </a:prstGeom>
        </p:spPr>
        <p:txBody>
          <a:bodyPr spcFirstLastPara="1" tIns="108000" numCol="1" anchor="ctr" anchorCtr="0">
            <a:prstTxWarp prst="textArchDown">
              <a:avLst>
                <a:gd name="adj" fmla="val 491195"/>
              </a:avLst>
            </a:prstTxWarp>
          </a:bodyPr>
          <a:lstStyle>
            <a:lvl1pPr marL="314325" marR="0" indent="-309563" algn="l" defTabSz="1154444" rtl="0" eaLnBrk="1" fontAlgn="base" latinLnBrk="0" hangingPunct="1">
              <a:lnSpc>
                <a:spcPct val="100000"/>
              </a:lnSpc>
              <a:spcBef>
                <a:spcPts val="1200"/>
              </a:spcBef>
              <a:spcAft>
                <a:spcPct val="0"/>
              </a:spcAft>
              <a:buClr>
                <a:schemeClr val="tx1"/>
              </a:buClr>
              <a:buSzPct val="100000"/>
              <a:buFont typeface="Arial" panose="020B0604020202020204" pitchFamily="34" charset="0"/>
              <a:buChar char="•"/>
              <a:tabLst/>
              <a:defRPr kumimoji="0" lang="en-US" altLang="zh-CN" sz="1600" b="0" i="0" u="none" strike="noStrike" kern="1200" cap="none" spc="0" normalizeH="0" baseline="0" noProof="1">
                <a:ln>
                  <a:noFill/>
                </a:ln>
                <a:solidFill>
                  <a:schemeClr val="tx1"/>
                </a:solidFill>
                <a:effectLst/>
                <a:uLnTx/>
                <a:uFillTx/>
                <a:latin typeface="+mn-lt"/>
                <a:ea typeface="+mn-ea"/>
                <a:cs typeface="+mn-cs"/>
              </a:defRPr>
            </a:lvl1pPr>
            <a:lvl2pPr marL="641350" marR="0" indent="-31750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en-CA" altLang="zh-CN" sz="1400" kern="1200" baseline="0" noProof="1">
                <a:solidFill>
                  <a:schemeClr val="tx1"/>
                </a:solidFill>
                <a:latin typeface="+mn-lt"/>
                <a:ea typeface="+mn-ea"/>
                <a:cs typeface="+mn-cs"/>
              </a:defRPr>
            </a:lvl2pPr>
            <a:lvl3pPr marL="990600" marR="0" indent="-336550" algn="l" defTabSz="1154444" rtl="0" eaLnBrk="1" fontAlgn="base" latinLnBrk="0" hangingPunct="1">
              <a:lnSpc>
                <a:spcPct val="100000"/>
              </a:lnSpc>
              <a:spcBef>
                <a:spcPts val="600"/>
              </a:spcBef>
              <a:spcAft>
                <a:spcPct val="0"/>
              </a:spcAft>
              <a:buClr>
                <a:schemeClr val="tx1"/>
              </a:buClr>
              <a:buSzPct val="100000"/>
              <a:buFont typeface="Arial" panose="020B0604020202020204" pitchFamily="34" charset="0"/>
              <a:buChar char="˃"/>
              <a:tabLst/>
              <a:defRPr lang="zh-CN" altLang="en-US" sz="1400" kern="1200" noProof="1">
                <a:solidFill>
                  <a:schemeClr val="tx1"/>
                </a:solidFill>
                <a:latin typeface="+mn-lt"/>
                <a:ea typeface="+mn-ea"/>
                <a:cs typeface="+mn-cs"/>
              </a:defRPr>
            </a:lvl3pPr>
            <a:lvl4pPr marL="1710820" marR="0" indent="-247478" algn="l" defTabSz="1154749" rtl="0" eaLnBrk="1" fontAlgn="auto" latinLnBrk="0" hangingPunct="1">
              <a:lnSpc>
                <a:spcPct val="100000"/>
              </a:lnSpc>
              <a:spcBef>
                <a:spcPct val="20000"/>
              </a:spcBef>
              <a:spcAft>
                <a:spcPts val="0"/>
              </a:spcAft>
              <a:buClr>
                <a:schemeClr val="tx1"/>
              </a:buClr>
              <a:buSzTx/>
              <a:buFont typeface="Verdana" pitchFamily="34" charset="0"/>
              <a:buChar char="-"/>
              <a:tabLst/>
              <a:defRPr lang="en-CA" altLang="zh-CN" sz="1883" kern="1200">
                <a:solidFill>
                  <a:schemeClr val="tx1"/>
                </a:solidFill>
                <a:latin typeface="+mn-lt"/>
                <a:ea typeface="+mn-ea"/>
                <a:cs typeface="+mn-cs"/>
              </a:defRPr>
            </a:lvl4pPr>
            <a:lvl5pPr marL="2598187" indent="-288688" algn="l" defTabSz="1154749" rtl="0" eaLnBrk="1" latinLnBrk="0" hangingPunct="1">
              <a:spcBef>
                <a:spcPct val="20000"/>
              </a:spcBef>
              <a:buFont typeface="Arial" pitchFamily="34" charset="0"/>
              <a:buChar char="»"/>
              <a:defRPr sz="2824" kern="1200">
                <a:solidFill>
                  <a:schemeClr val="tx1"/>
                </a:solidFill>
                <a:latin typeface="Verdana" pitchFamily="34" charset="0"/>
                <a:ea typeface="+mn-ea"/>
                <a:cs typeface="+mn-cs"/>
              </a:defRPr>
            </a:lvl5pPr>
            <a:lvl6pPr marL="317556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6pPr>
            <a:lvl7pPr marL="375293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7pPr>
            <a:lvl8pPr marL="4330312"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8pPr>
            <a:lvl9pPr marL="4907686" indent="-288688" algn="l" defTabSz="1154749" rtl="0" eaLnBrk="1" latinLnBrk="0" hangingPunct="1">
              <a:spcBef>
                <a:spcPct val="20000"/>
              </a:spcBef>
              <a:buFont typeface="Arial" pitchFamily="34" charset="0"/>
              <a:buChar char="•"/>
              <a:defRPr sz="2471" kern="1200">
                <a:solidFill>
                  <a:schemeClr val="tx1"/>
                </a:solidFill>
                <a:latin typeface="+mn-lt"/>
                <a:ea typeface="+mn-ea"/>
                <a:cs typeface="+mn-cs"/>
              </a:defRPr>
            </a:lvl9pPr>
          </a:lstStyle>
          <a:p>
            <a:pPr marL="0" indent="0" algn="ctr" defTabSz="1154301">
              <a:lnSpc>
                <a:spcPct val="90000"/>
              </a:lnSpc>
              <a:spcBef>
                <a:spcPts val="400"/>
              </a:spcBef>
              <a:buClr>
                <a:prstClr val="black"/>
              </a:buClr>
              <a:buNone/>
              <a:defRPr/>
            </a:pPr>
            <a:endParaRPr lang="en-US" sz="1350" noProof="0" dirty="0">
              <a:solidFill>
                <a:srgbClr val="FFFFFF"/>
              </a:solidFill>
              <a:cs typeface="Arial" panose="020B0604020202020204" pitchFamily="34" charset="0"/>
            </a:endParaRPr>
          </a:p>
        </p:txBody>
      </p:sp>
      <p:sp>
        <p:nvSpPr>
          <p:cNvPr id="170" name="TextBox 169">
            <a:extLst>
              <a:ext uri="{FF2B5EF4-FFF2-40B4-BE49-F238E27FC236}">
                <a16:creationId xmlns:a16="http://schemas.microsoft.com/office/drawing/2014/main" id="{4043F0F4-D246-F9E7-680A-1333F7422E12}"/>
              </a:ext>
            </a:extLst>
          </p:cNvPr>
          <p:cNvSpPr txBox="1"/>
          <p:nvPr/>
        </p:nvSpPr>
        <p:spPr>
          <a:xfrm>
            <a:off x="971600" y="3492211"/>
            <a:ext cx="977147" cy="196785"/>
          </a:xfrm>
          <a:prstGeom prst="rect">
            <a:avLst/>
          </a:prstGeom>
          <a:noFill/>
        </p:spPr>
        <p:txBody>
          <a:bodyPr wrap="square" rtlCol="0">
            <a:spAutoFit/>
          </a:bodyPr>
          <a:lstStyle/>
          <a:p>
            <a:pPr algn="ctr" defTabSz="685783">
              <a:lnSpc>
                <a:spcPct val="90000"/>
              </a:lnSpc>
              <a:spcBef>
                <a:spcPts val="400"/>
              </a:spcBef>
              <a:defRPr/>
            </a:pPr>
            <a:r>
              <a:rPr lang="en-US" sz="750" noProof="0" dirty="0">
                <a:solidFill>
                  <a:srgbClr val="FFFFFF"/>
                </a:solidFill>
              </a:rPr>
              <a:t>Digital Building*</a:t>
            </a:r>
          </a:p>
        </p:txBody>
      </p:sp>
      <p:sp>
        <p:nvSpPr>
          <p:cNvPr id="11" name="ZoneTexte 10">
            <a:extLst>
              <a:ext uri="{FF2B5EF4-FFF2-40B4-BE49-F238E27FC236}">
                <a16:creationId xmlns:a16="http://schemas.microsoft.com/office/drawing/2014/main" id="{D8D5D1E0-C97F-D315-4A5F-A89C82D09079}"/>
              </a:ext>
            </a:extLst>
          </p:cNvPr>
          <p:cNvSpPr txBox="1"/>
          <p:nvPr/>
        </p:nvSpPr>
        <p:spPr>
          <a:xfrm>
            <a:off x="163941" y="4948014"/>
            <a:ext cx="663643" cy="114903"/>
          </a:xfrm>
          <a:prstGeom prst="rect">
            <a:avLst/>
          </a:prstGeom>
        </p:spPr>
        <p:txBody>
          <a:bodyPr wrap="none" lIns="0" tIns="0" rIns="0" bIns="0" rtlCol="0">
            <a:spAutoFit/>
          </a:bodyPr>
          <a:lstStyle/>
          <a:p>
            <a:pPr>
              <a:lnSpc>
                <a:spcPct val="90000"/>
              </a:lnSpc>
              <a:spcBef>
                <a:spcPts val="400"/>
              </a:spcBef>
            </a:pPr>
            <a:r>
              <a:rPr lang="en-US" sz="825" noProof="0" dirty="0"/>
              <a:t>* France only</a:t>
            </a:r>
          </a:p>
        </p:txBody>
      </p:sp>
      <p:grpSp>
        <p:nvGrpSpPr>
          <p:cNvPr id="15" name="Group 2">
            <a:extLst>
              <a:ext uri="{FF2B5EF4-FFF2-40B4-BE49-F238E27FC236}">
                <a16:creationId xmlns:a16="http://schemas.microsoft.com/office/drawing/2014/main" id="{0A3AE4A3-562E-9344-A02B-A35DF7740181}"/>
              </a:ext>
            </a:extLst>
          </p:cNvPr>
          <p:cNvGrpSpPr/>
          <p:nvPr/>
        </p:nvGrpSpPr>
        <p:grpSpPr>
          <a:xfrm>
            <a:off x="2197105" y="2171724"/>
            <a:ext cx="4717610" cy="2264182"/>
            <a:chOff x="3266771" y="1408461"/>
            <a:chExt cx="7943151" cy="4010279"/>
          </a:xfrm>
        </p:grpSpPr>
        <p:sp>
          <p:nvSpPr>
            <p:cNvPr id="22" name="Oval 24">
              <a:extLst>
                <a:ext uri="{FF2B5EF4-FFF2-40B4-BE49-F238E27FC236}">
                  <a16:creationId xmlns:a16="http://schemas.microsoft.com/office/drawing/2014/main" id="{A9E65B8B-2F65-E1DB-2A5C-5E570325FB0F}"/>
                </a:ext>
              </a:extLst>
            </p:cNvPr>
            <p:cNvSpPr/>
            <p:nvPr/>
          </p:nvSpPr>
          <p:spPr>
            <a:xfrm>
              <a:off x="3843719" y="1841922"/>
              <a:ext cx="6708004" cy="3128454"/>
            </a:xfrm>
            <a:custGeom>
              <a:avLst/>
              <a:gdLst>
                <a:gd name="connsiteX0" fmla="*/ 0 w 8427883"/>
                <a:gd name="connsiteY0" fmla="*/ 3930565 h 7861129"/>
                <a:gd name="connsiteX1" fmla="*/ 4213942 w 8427883"/>
                <a:gd name="connsiteY1" fmla="*/ 0 h 7861129"/>
                <a:gd name="connsiteX2" fmla="*/ 8427884 w 8427883"/>
                <a:gd name="connsiteY2" fmla="*/ 3930565 h 7861129"/>
                <a:gd name="connsiteX3" fmla="*/ 4213942 w 8427883"/>
                <a:gd name="connsiteY3" fmla="*/ 7861130 h 7861129"/>
                <a:gd name="connsiteX4" fmla="*/ 0 w 8427883"/>
                <a:gd name="connsiteY4" fmla="*/ 3930565 h 7861129"/>
                <a:gd name="connsiteX0" fmla="*/ 4213942 w 8427884"/>
                <a:gd name="connsiteY0" fmla="*/ 7861130 h 7952570"/>
                <a:gd name="connsiteX1" fmla="*/ 0 w 8427884"/>
                <a:gd name="connsiteY1" fmla="*/ 3930565 h 7952570"/>
                <a:gd name="connsiteX2" fmla="*/ 4213942 w 8427884"/>
                <a:gd name="connsiteY2" fmla="*/ 0 h 7952570"/>
                <a:gd name="connsiteX3" fmla="*/ 8427884 w 8427884"/>
                <a:gd name="connsiteY3" fmla="*/ 3930565 h 7952570"/>
                <a:gd name="connsiteX4" fmla="*/ 4305382 w 8427884"/>
                <a:gd name="connsiteY4" fmla="*/ 7952570 h 7952570"/>
                <a:gd name="connsiteX0" fmla="*/ 4213942 w 8427884"/>
                <a:gd name="connsiteY0" fmla="*/ 7861130 h 7861130"/>
                <a:gd name="connsiteX1" fmla="*/ 0 w 8427884"/>
                <a:gd name="connsiteY1" fmla="*/ 3930565 h 7861130"/>
                <a:gd name="connsiteX2" fmla="*/ 4213942 w 8427884"/>
                <a:gd name="connsiteY2" fmla="*/ 0 h 7861130"/>
                <a:gd name="connsiteX3" fmla="*/ 8427884 w 8427884"/>
                <a:gd name="connsiteY3" fmla="*/ 3930565 h 7861130"/>
                <a:gd name="connsiteX0" fmla="*/ 0 w 8427884"/>
                <a:gd name="connsiteY0" fmla="*/ 3930565 h 3930565"/>
                <a:gd name="connsiteX1" fmla="*/ 4213942 w 8427884"/>
                <a:gd name="connsiteY1" fmla="*/ 0 h 3930565"/>
                <a:gd name="connsiteX2" fmla="*/ 8427884 w 8427884"/>
                <a:gd name="connsiteY2" fmla="*/ 3930565 h 3930565"/>
              </a:gdLst>
              <a:ahLst/>
              <a:cxnLst>
                <a:cxn ang="0">
                  <a:pos x="connsiteX0" y="connsiteY0"/>
                </a:cxn>
                <a:cxn ang="0">
                  <a:pos x="connsiteX1" y="connsiteY1"/>
                </a:cxn>
                <a:cxn ang="0">
                  <a:pos x="connsiteX2" y="connsiteY2"/>
                </a:cxn>
              </a:cxnLst>
              <a:rect l="l" t="t" r="r" b="b"/>
              <a:pathLst>
                <a:path w="8427884" h="3930565">
                  <a:moveTo>
                    <a:pt x="0" y="3930565"/>
                  </a:moveTo>
                  <a:cubicBezTo>
                    <a:pt x="0" y="1759774"/>
                    <a:pt x="1886646" y="0"/>
                    <a:pt x="4213942" y="0"/>
                  </a:cubicBezTo>
                  <a:cubicBezTo>
                    <a:pt x="6541238" y="0"/>
                    <a:pt x="8427884" y="1759774"/>
                    <a:pt x="8427884" y="3930565"/>
                  </a:cubicBezTo>
                </a:path>
              </a:pathLst>
            </a:custGeom>
            <a:noFill/>
            <a:ln w="41275"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79" tIns="68579" rIns="68579" bIns="68579" numCol="1" spcCol="38100" rtlCol="0" anchor="ctr">
              <a:noAutofit/>
            </a:bodyPr>
            <a:lstStyle/>
            <a:p>
              <a:pPr defTabSz="1828754" hangingPunct="0">
                <a:lnSpc>
                  <a:spcPct val="90000"/>
                </a:lnSpc>
                <a:spcBef>
                  <a:spcPts val="400"/>
                </a:spcBef>
                <a:defRPr/>
              </a:pPr>
              <a:endParaRPr lang="en-US" sz="3000" noProof="0" dirty="0">
                <a:solidFill>
                  <a:srgbClr val="000000"/>
                </a:solidFill>
                <a:sym typeface="Helvetica 75 Bold"/>
              </a:endParaRPr>
            </a:p>
          </p:txBody>
        </p:sp>
        <p:cxnSp>
          <p:nvCxnSpPr>
            <p:cNvPr id="23" name="Straight Connector 7">
              <a:extLst>
                <a:ext uri="{FF2B5EF4-FFF2-40B4-BE49-F238E27FC236}">
                  <a16:creationId xmlns:a16="http://schemas.microsoft.com/office/drawing/2014/main" id="{CDE69510-A066-F562-84B6-79C0AA57FC2F}"/>
                </a:ext>
              </a:extLst>
            </p:cNvPr>
            <p:cNvCxnSpPr>
              <a:cxnSpLocks/>
            </p:cNvCxnSpPr>
            <p:nvPr/>
          </p:nvCxnSpPr>
          <p:spPr>
            <a:xfrm>
              <a:off x="3870674" y="4970376"/>
              <a:ext cx="6698362" cy="4449"/>
            </a:xfrm>
            <a:prstGeom prst="line">
              <a:avLst/>
            </a:prstGeom>
            <a:noFill/>
            <a:ln w="50800" cap="flat">
              <a:solidFill>
                <a:schemeClr val="accent1"/>
              </a:solidFill>
              <a:prstDash val="solid"/>
              <a:round/>
            </a:ln>
            <a:effectLst>
              <a:outerShdw blurRad="76200" dist="381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5" name="Rectangle 24">
              <a:extLst>
                <a:ext uri="{FF2B5EF4-FFF2-40B4-BE49-F238E27FC236}">
                  <a16:creationId xmlns:a16="http://schemas.microsoft.com/office/drawing/2014/main" id="{07FB7FC4-379C-D155-C468-D8DDA4951C86}"/>
                </a:ext>
              </a:extLst>
            </p:cNvPr>
            <p:cNvSpPr/>
            <p:nvPr/>
          </p:nvSpPr>
          <p:spPr>
            <a:xfrm>
              <a:off x="6402821" y="1408461"/>
              <a:ext cx="1736435" cy="878662"/>
            </a:xfrm>
            <a:prstGeom prst="rect">
              <a:avLst/>
            </a:prstGeom>
            <a:solidFill>
              <a:schemeClr val="bg2"/>
            </a:solidFill>
            <a:ln w="22225" cap="flat" cmpd="sng" algn="ctr">
              <a:solidFill>
                <a:schemeClr val="accent1"/>
              </a:solidFill>
              <a:prstDash val="solid"/>
              <a:miter lim="800000"/>
            </a:ln>
            <a:effectLst/>
          </p:spPr>
          <p:txBody>
            <a:bodyPr wrap="none" rtlCol="0" anchor="ctr"/>
            <a:lstStyle/>
            <a:p>
              <a:pPr algn="ctr" defTabSz="457178" eaLnBrk="0" fontAlgn="base" hangingPunct="0">
                <a:lnSpc>
                  <a:spcPct val="90000"/>
                </a:lnSpc>
                <a:spcBef>
                  <a:spcPts val="400"/>
                </a:spcBef>
                <a:spcAft>
                  <a:spcPct val="0"/>
                </a:spcAft>
                <a:defRPr/>
              </a:pPr>
              <a:r>
                <a:rPr lang="en-US" sz="1100" noProof="0" dirty="0">
                  <a:cs typeface="Helvetica"/>
                </a:rPr>
                <a:t>Customer </a:t>
              </a:r>
              <a:br>
                <a:rPr lang="en-US" sz="1100" noProof="0" dirty="0">
                  <a:cs typeface="Helvetica"/>
                </a:rPr>
              </a:br>
              <a:r>
                <a:rPr lang="en-US" sz="1100" noProof="0" dirty="0">
                  <a:cs typeface="Helvetica"/>
                </a:rPr>
                <a:t>Experience</a:t>
              </a:r>
            </a:p>
          </p:txBody>
        </p:sp>
        <p:sp>
          <p:nvSpPr>
            <p:cNvPr id="29" name="Rectangle 28">
              <a:extLst>
                <a:ext uri="{FF2B5EF4-FFF2-40B4-BE49-F238E27FC236}">
                  <a16:creationId xmlns:a16="http://schemas.microsoft.com/office/drawing/2014/main" id="{3F3E0FD1-4914-EAF6-C32B-583B3E95A36C}"/>
                </a:ext>
              </a:extLst>
            </p:cNvPr>
            <p:cNvSpPr/>
            <p:nvPr/>
          </p:nvSpPr>
          <p:spPr>
            <a:xfrm>
              <a:off x="5748062" y="4656739"/>
              <a:ext cx="2899318" cy="762001"/>
            </a:xfrm>
            <a:prstGeom prst="rect">
              <a:avLst/>
            </a:prstGeom>
            <a:solidFill>
              <a:schemeClr val="accent1"/>
            </a:solidFill>
            <a:ln w="22225" cap="flat" cmpd="sng" algn="ctr">
              <a:noFill/>
              <a:prstDash val="solid"/>
              <a:miter lim="800000"/>
            </a:ln>
            <a:effectLst/>
          </p:spPr>
          <p:txBody>
            <a:bodyPr rtlCol="0" anchor="ctr"/>
            <a:lstStyle/>
            <a:p>
              <a:pPr algn="ctr" defTabSz="685800">
                <a:lnSpc>
                  <a:spcPct val="90000"/>
                </a:lnSpc>
                <a:spcBef>
                  <a:spcPts val="400"/>
                </a:spcBef>
                <a:defRPr/>
              </a:pPr>
              <a:r>
                <a:rPr lang="en-US" sz="1100" kern="0" noProof="0" dirty="0">
                  <a:solidFill>
                    <a:srgbClr val="FFFFFF"/>
                  </a:solidFill>
                </a:rPr>
                <a:t>Digital </a:t>
              </a:r>
              <a:br>
                <a:rPr lang="en-US" sz="1100" kern="0" noProof="0" dirty="0">
                  <a:solidFill>
                    <a:srgbClr val="FFFFFF"/>
                  </a:solidFill>
                </a:rPr>
              </a:br>
              <a:r>
                <a:rPr lang="en-US" sz="1100" kern="0" noProof="0" dirty="0">
                  <a:solidFill>
                    <a:srgbClr val="FFFFFF"/>
                  </a:solidFill>
                </a:rPr>
                <a:t>Infrastructure</a:t>
              </a:r>
            </a:p>
          </p:txBody>
        </p:sp>
        <p:sp>
          <p:nvSpPr>
            <p:cNvPr id="30" name="TextBox 10">
              <a:extLst>
                <a:ext uri="{FF2B5EF4-FFF2-40B4-BE49-F238E27FC236}">
                  <a16:creationId xmlns:a16="http://schemas.microsoft.com/office/drawing/2014/main" id="{B7A0AB68-1367-AE94-EAE7-CB0B38A85ACD}"/>
                </a:ext>
              </a:extLst>
            </p:cNvPr>
            <p:cNvSpPr txBox="1"/>
            <p:nvPr/>
          </p:nvSpPr>
          <p:spPr>
            <a:xfrm>
              <a:off x="6787968" y="4019959"/>
              <a:ext cx="967660" cy="385452"/>
            </a:xfrm>
            <a:prstGeom prst="rect">
              <a:avLst/>
            </a:prstGeom>
            <a:noFill/>
            <a:ln>
              <a:noFill/>
            </a:ln>
          </p:spPr>
          <p:txBody>
            <a:bodyPr wrap="square">
              <a:spAutoFit/>
            </a:bodyPr>
            <a:lstStyle/>
            <a:p>
              <a:pPr algn="ctr" defTabSz="685800" eaLnBrk="0" fontAlgn="base" hangingPunct="0">
                <a:lnSpc>
                  <a:spcPct val="90000"/>
                </a:lnSpc>
                <a:spcBef>
                  <a:spcPts val="400"/>
                </a:spcBef>
                <a:spcAft>
                  <a:spcPct val="0"/>
                </a:spcAft>
                <a:defRPr/>
              </a:pPr>
              <a:r>
                <a:rPr lang="en-US" sz="900" kern="0" noProof="0" dirty="0">
                  <a:solidFill>
                    <a:srgbClr val="FFFFFF"/>
                  </a:solidFill>
                </a:rPr>
                <a:t>Trust</a:t>
              </a:r>
              <a:endParaRPr lang="en-US" sz="750" kern="0" noProof="0" dirty="0">
                <a:solidFill>
                  <a:srgbClr val="FFFFFF"/>
                </a:solidFill>
              </a:endParaRPr>
            </a:p>
          </p:txBody>
        </p:sp>
        <p:sp>
          <p:nvSpPr>
            <p:cNvPr id="33" name="TextBox 14">
              <a:extLst>
                <a:ext uri="{FF2B5EF4-FFF2-40B4-BE49-F238E27FC236}">
                  <a16:creationId xmlns:a16="http://schemas.microsoft.com/office/drawing/2014/main" id="{97FA7039-049D-184B-471E-6AAA012AA1E8}"/>
                </a:ext>
              </a:extLst>
            </p:cNvPr>
            <p:cNvSpPr txBox="1"/>
            <p:nvPr/>
          </p:nvSpPr>
          <p:spPr>
            <a:xfrm>
              <a:off x="6626477" y="3025281"/>
              <a:ext cx="1290642" cy="385452"/>
            </a:xfrm>
            <a:prstGeom prst="rect">
              <a:avLst/>
            </a:prstGeom>
            <a:noFill/>
            <a:ln>
              <a:noFill/>
            </a:ln>
          </p:spPr>
          <p:txBody>
            <a:bodyPr wrap="square">
              <a:spAutoFit/>
            </a:bodyPr>
            <a:lstStyle/>
            <a:p>
              <a:pPr algn="ctr" defTabSz="685800" eaLnBrk="0" fontAlgn="base" hangingPunct="0">
                <a:lnSpc>
                  <a:spcPct val="90000"/>
                </a:lnSpc>
                <a:spcBef>
                  <a:spcPts val="400"/>
                </a:spcBef>
                <a:spcAft>
                  <a:spcPct val="0"/>
                </a:spcAft>
                <a:defRPr/>
              </a:pPr>
              <a:r>
                <a:rPr lang="en-US" sz="900" kern="0" noProof="0" dirty="0">
                  <a:solidFill>
                    <a:srgbClr val="FFFFFF"/>
                  </a:solidFill>
                </a:rPr>
                <a:t>Data-AI</a:t>
              </a:r>
              <a:endParaRPr lang="en-US" sz="750" kern="0" noProof="0" dirty="0">
                <a:solidFill>
                  <a:srgbClr val="FFFFFF"/>
                </a:solidFill>
              </a:endParaRPr>
            </a:p>
          </p:txBody>
        </p:sp>
        <p:sp>
          <p:nvSpPr>
            <p:cNvPr id="34" name="TextBox 9">
              <a:extLst>
                <a:ext uri="{FF2B5EF4-FFF2-40B4-BE49-F238E27FC236}">
                  <a16:creationId xmlns:a16="http://schemas.microsoft.com/office/drawing/2014/main" id="{F8C6A4F9-6F7C-9748-14CB-29575AC01D9A}"/>
                </a:ext>
              </a:extLst>
            </p:cNvPr>
            <p:cNvSpPr txBox="1"/>
            <p:nvPr/>
          </p:nvSpPr>
          <p:spPr>
            <a:xfrm>
              <a:off x="6325013" y="3541536"/>
              <a:ext cx="1893571" cy="385452"/>
            </a:xfrm>
            <a:prstGeom prst="rect">
              <a:avLst/>
            </a:prstGeom>
            <a:noFill/>
            <a:ln>
              <a:noFill/>
            </a:ln>
          </p:spPr>
          <p:txBody>
            <a:bodyPr wrap="square">
              <a:spAutoFit/>
            </a:bodyPr>
            <a:lstStyle/>
            <a:p>
              <a:pPr algn="ctr" defTabSz="685800" eaLnBrk="0" fontAlgn="base" hangingPunct="0">
                <a:lnSpc>
                  <a:spcPct val="90000"/>
                </a:lnSpc>
                <a:spcBef>
                  <a:spcPts val="400"/>
                </a:spcBef>
                <a:spcAft>
                  <a:spcPct val="0"/>
                </a:spcAft>
                <a:defRPr/>
              </a:pPr>
              <a:r>
                <a:rPr lang="en-US" sz="900" kern="0" noProof="0" dirty="0">
                  <a:solidFill>
                    <a:srgbClr val="FFFFFF"/>
                  </a:solidFill>
                </a:rPr>
                <a:t>Sustainability</a:t>
              </a:r>
              <a:endParaRPr lang="en-US" sz="750" kern="0" noProof="0" dirty="0">
                <a:solidFill>
                  <a:srgbClr val="FFFFFF"/>
                </a:solidFill>
              </a:endParaRPr>
            </a:p>
          </p:txBody>
        </p:sp>
        <p:sp>
          <p:nvSpPr>
            <p:cNvPr id="28" name="Rectangle 27">
              <a:extLst>
                <a:ext uri="{FF2B5EF4-FFF2-40B4-BE49-F238E27FC236}">
                  <a16:creationId xmlns:a16="http://schemas.microsoft.com/office/drawing/2014/main" id="{3F2ECE10-4D47-58D2-2AAC-7E052607517F}"/>
                </a:ext>
              </a:extLst>
            </p:cNvPr>
            <p:cNvSpPr/>
            <p:nvPr/>
          </p:nvSpPr>
          <p:spPr>
            <a:xfrm>
              <a:off x="9609076" y="3509058"/>
              <a:ext cx="1600846" cy="821921"/>
            </a:xfrm>
            <a:prstGeom prst="rect">
              <a:avLst/>
            </a:prstGeom>
            <a:solidFill>
              <a:schemeClr val="bg2"/>
            </a:solidFill>
            <a:ln w="22225" cap="flat" cmpd="sng" algn="ctr">
              <a:solidFill>
                <a:srgbClr val="FF7900"/>
              </a:solidFill>
              <a:prstDash val="solid"/>
              <a:miter lim="800000"/>
            </a:ln>
            <a:effectLst/>
          </p:spPr>
          <p:txBody>
            <a:bodyPr wrap="none" rtlCol="0" anchor="ctr"/>
            <a:lstStyle/>
            <a:p>
              <a:pPr algn="ctr" defTabSz="457178" eaLnBrk="0" fontAlgn="base" hangingPunct="0">
                <a:lnSpc>
                  <a:spcPct val="90000"/>
                </a:lnSpc>
                <a:spcBef>
                  <a:spcPts val="400"/>
                </a:spcBef>
                <a:spcAft>
                  <a:spcPct val="0"/>
                </a:spcAft>
                <a:defRPr/>
              </a:pPr>
              <a:r>
                <a:rPr lang="en-US" sz="1100" noProof="0" dirty="0">
                  <a:solidFill>
                    <a:srgbClr val="FFFFFF"/>
                  </a:solidFill>
                  <a:cs typeface="Helvetica"/>
                </a:rPr>
                <a:t>Operational </a:t>
              </a:r>
              <a:br>
                <a:rPr lang="en-US" sz="1100" noProof="0" dirty="0">
                  <a:solidFill>
                    <a:srgbClr val="FFFFFF"/>
                  </a:solidFill>
                  <a:cs typeface="Helvetica"/>
                </a:rPr>
              </a:br>
              <a:r>
                <a:rPr lang="en-US" sz="1100" noProof="0" dirty="0">
                  <a:solidFill>
                    <a:srgbClr val="FFFFFF"/>
                  </a:solidFill>
                  <a:cs typeface="Helvetica"/>
                </a:rPr>
                <a:t>Experience</a:t>
              </a:r>
            </a:p>
          </p:txBody>
        </p:sp>
        <p:sp>
          <p:nvSpPr>
            <p:cNvPr id="24" name="Rectangle 23">
              <a:extLst>
                <a:ext uri="{FF2B5EF4-FFF2-40B4-BE49-F238E27FC236}">
                  <a16:creationId xmlns:a16="http://schemas.microsoft.com/office/drawing/2014/main" id="{DB34DA7A-34E3-5440-9019-C0C25522F03D}"/>
                </a:ext>
              </a:extLst>
            </p:cNvPr>
            <p:cNvSpPr/>
            <p:nvPr/>
          </p:nvSpPr>
          <p:spPr>
            <a:xfrm>
              <a:off x="3266771" y="3509058"/>
              <a:ext cx="1614205" cy="821921"/>
            </a:xfrm>
            <a:prstGeom prst="rect">
              <a:avLst/>
            </a:prstGeom>
            <a:solidFill>
              <a:schemeClr val="bg2"/>
            </a:solidFill>
            <a:ln w="22225" cap="flat" cmpd="sng" algn="ctr">
              <a:solidFill>
                <a:schemeClr val="accent1"/>
              </a:solidFill>
              <a:prstDash val="solid"/>
              <a:miter lim="800000"/>
            </a:ln>
            <a:effectLst/>
          </p:spPr>
          <p:txBody>
            <a:bodyPr wrap="none" rtlCol="0" anchor="ctr"/>
            <a:lstStyle/>
            <a:p>
              <a:pPr algn="ctr" defTabSz="457178" eaLnBrk="0" fontAlgn="base" hangingPunct="0">
                <a:lnSpc>
                  <a:spcPct val="90000"/>
                </a:lnSpc>
                <a:spcBef>
                  <a:spcPts val="400"/>
                </a:spcBef>
                <a:spcAft>
                  <a:spcPct val="0"/>
                </a:spcAft>
                <a:defRPr/>
              </a:pPr>
              <a:r>
                <a:rPr lang="en-US" sz="1100" noProof="0" dirty="0">
                  <a:cs typeface="Helvetica"/>
                </a:rPr>
                <a:t>Employee </a:t>
              </a:r>
              <a:br>
                <a:rPr lang="en-US" sz="1100" noProof="0" dirty="0">
                  <a:cs typeface="Helvetica"/>
                </a:rPr>
              </a:br>
              <a:r>
                <a:rPr lang="en-US" sz="1100" noProof="0" dirty="0">
                  <a:cs typeface="Helvetica"/>
                </a:rPr>
                <a:t>Experience</a:t>
              </a:r>
            </a:p>
          </p:txBody>
        </p:sp>
      </p:grpSp>
      <p:cxnSp>
        <p:nvCxnSpPr>
          <p:cNvPr id="17" name="Connecteur droit 16">
            <a:extLst>
              <a:ext uri="{FF2B5EF4-FFF2-40B4-BE49-F238E27FC236}">
                <a16:creationId xmlns:a16="http://schemas.microsoft.com/office/drawing/2014/main" id="{0492333C-BC98-B294-D959-090C3D159C52}"/>
              </a:ext>
            </a:extLst>
          </p:cNvPr>
          <p:cNvCxnSpPr>
            <a:cxnSpLocks/>
          </p:cNvCxnSpPr>
          <p:nvPr/>
        </p:nvCxnSpPr>
        <p:spPr>
          <a:xfrm flipH="1" flipV="1">
            <a:off x="2555776" y="1707654"/>
            <a:ext cx="960320" cy="92907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460019AA-158B-E917-FAB0-23E30B7FF2DE}"/>
              </a:ext>
            </a:extLst>
          </p:cNvPr>
          <p:cNvCxnSpPr>
            <a:cxnSpLocks/>
          </p:cNvCxnSpPr>
          <p:nvPr/>
        </p:nvCxnSpPr>
        <p:spPr>
          <a:xfrm flipH="1">
            <a:off x="1408736" y="4188758"/>
            <a:ext cx="1130583" cy="56604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B775C76C-3B17-CEBF-F2A6-50882EA3EE19}"/>
              </a:ext>
            </a:extLst>
          </p:cNvPr>
          <p:cNvCxnSpPr>
            <a:cxnSpLocks/>
          </p:cNvCxnSpPr>
          <p:nvPr/>
        </p:nvCxnSpPr>
        <p:spPr>
          <a:xfrm>
            <a:off x="6518069" y="4177767"/>
            <a:ext cx="1336359" cy="501451"/>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C4BBE9F2-30FA-9FA8-4ED6-EA1BCB50F198}"/>
              </a:ext>
            </a:extLst>
          </p:cNvPr>
          <p:cNvCxnSpPr>
            <a:cxnSpLocks/>
          </p:cNvCxnSpPr>
          <p:nvPr/>
        </p:nvCxnSpPr>
        <p:spPr>
          <a:xfrm flipV="1">
            <a:off x="5517844" y="1750549"/>
            <a:ext cx="902831" cy="88550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Content Placeholder 9">
            <a:extLst>
              <a:ext uri="{FF2B5EF4-FFF2-40B4-BE49-F238E27FC236}">
                <a16:creationId xmlns:a16="http://schemas.microsoft.com/office/drawing/2014/main" id="{3CC3CFC9-527B-719E-613D-183EB5C2C4E4}"/>
              </a:ext>
            </a:extLst>
          </p:cNvPr>
          <p:cNvSpPr txBox="1">
            <a:spLocks/>
          </p:cNvSpPr>
          <p:nvPr/>
        </p:nvSpPr>
        <p:spPr>
          <a:xfrm>
            <a:off x="435256" y="611106"/>
            <a:ext cx="8137170" cy="569913"/>
          </a:xfrm>
          <a:prstGeom prst="rect">
            <a:avLst/>
          </a:prstGeom>
        </p:spPr>
        <p:txBody>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pPr>
            <a:r>
              <a:rPr lang="en-US" noProof="0" dirty="0">
                <a:solidFill>
                  <a:schemeClr val="tx1"/>
                </a:solidFill>
              </a:rPr>
              <a:t>Our four strategic value propositions deliver </a:t>
            </a:r>
            <a:r>
              <a:rPr lang="en-US" noProof="0" dirty="0">
                <a:solidFill>
                  <a:schemeClr val="accent1"/>
                </a:solidFill>
              </a:rPr>
              <a:t>exceptional digital experiences </a:t>
            </a:r>
            <a:r>
              <a:rPr lang="en-US" noProof="0" dirty="0">
                <a:solidFill>
                  <a:schemeClr val="tx1"/>
                </a:solidFill>
              </a:rPr>
              <a:t>for customers, employees and operations. </a:t>
            </a:r>
          </a:p>
          <a:p>
            <a:pPr>
              <a:lnSpc>
                <a:spcPct val="100000"/>
              </a:lnSpc>
              <a:spcBef>
                <a:spcPts val="0"/>
              </a:spcBef>
            </a:pPr>
            <a:r>
              <a:rPr lang="en-US" noProof="0" dirty="0">
                <a:solidFill>
                  <a:schemeClr val="tx1"/>
                </a:solidFill>
              </a:rPr>
              <a:t>They are built on secure digital infrastructure, connectivity, cloud, data &amp; AI and cybersecurity, and </a:t>
            </a:r>
            <a:r>
              <a:rPr lang="en-US" noProof="0" dirty="0">
                <a:solidFill>
                  <a:schemeClr val="accent1"/>
                </a:solidFill>
              </a:rPr>
              <a:t>drive financial, social and environmental performance</a:t>
            </a:r>
            <a:r>
              <a:rPr lang="en-US" noProof="0" dirty="0">
                <a:solidFill>
                  <a:schemeClr val="tx1"/>
                </a:solidFill>
              </a:rPr>
              <a:t>.</a:t>
            </a:r>
          </a:p>
          <a:p>
            <a:pPr>
              <a:spcBef>
                <a:spcPts val="0"/>
              </a:spcBef>
            </a:pPr>
            <a:endParaRPr lang="en-US" noProof="0" dirty="0">
              <a:solidFill>
                <a:schemeClr val="tx1"/>
              </a:solidFill>
            </a:endParaRPr>
          </a:p>
        </p:txBody>
      </p:sp>
      <p:sp>
        <p:nvSpPr>
          <p:cNvPr id="37" name="Title 1">
            <a:extLst>
              <a:ext uri="{FF2B5EF4-FFF2-40B4-BE49-F238E27FC236}">
                <a16:creationId xmlns:a16="http://schemas.microsoft.com/office/drawing/2014/main" id="{B55D2F45-1C66-CE46-A3E6-106582C1ABCA}"/>
              </a:ext>
            </a:extLst>
          </p:cNvPr>
          <p:cNvSpPr>
            <a:spLocks noGrp="1"/>
          </p:cNvSpPr>
          <p:nvPr>
            <p:ph type="title"/>
          </p:nvPr>
        </p:nvSpPr>
        <p:spPr>
          <a:xfrm>
            <a:off x="519076" y="326150"/>
            <a:ext cx="8001001" cy="569913"/>
          </a:xfrm>
        </p:spPr>
        <p:txBody>
          <a:bodyPr/>
          <a:lstStyle/>
          <a:p>
            <a:pPr>
              <a:spcBef>
                <a:spcPts val="400"/>
              </a:spcBef>
            </a:pPr>
            <a:r>
              <a:rPr lang="en-US" noProof="0" dirty="0"/>
              <a:t>Our strategic value propositions</a:t>
            </a:r>
          </a:p>
        </p:txBody>
      </p:sp>
      <p:pic>
        <p:nvPicPr>
          <p:cNvPr id="6" name="Graphic 5">
            <a:extLst>
              <a:ext uri="{FF2B5EF4-FFF2-40B4-BE49-F238E27FC236}">
                <a16:creationId xmlns:a16="http://schemas.microsoft.com/office/drawing/2014/main" id="{20CF8D0B-2445-7AB0-7A4E-FC2DE7548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8887" y="1710468"/>
            <a:ext cx="339095" cy="370828"/>
          </a:xfrm>
          <a:prstGeom prst="rect">
            <a:avLst/>
          </a:prstGeom>
        </p:spPr>
      </p:pic>
      <p:pic>
        <p:nvPicPr>
          <p:cNvPr id="8" name="Graphic 7">
            <a:extLst>
              <a:ext uri="{FF2B5EF4-FFF2-40B4-BE49-F238E27FC236}">
                <a16:creationId xmlns:a16="http://schemas.microsoft.com/office/drawing/2014/main" id="{571C5AC3-F9E9-A6C9-2B66-03C3622A9D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03466" y="2065612"/>
            <a:ext cx="394887" cy="394887"/>
          </a:xfrm>
          <a:prstGeom prst="rect">
            <a:avLst/>
          </a:prstGeom>
        </p:spPr>
      </p:pic>
      <p:pic>
        <p:nvPicPr>
          <p:cNvPr id="14" name="Graphic 13">
            <a:extLst>
              <a:ext uri="{FF2B5EF4-FFF2-40B4-BE49-F238E27FC236}">
                <a16:creationId xmlns:a16="http://schemas.microsoft.com/office/drawing/2014/main" id="{2E8F3F1E-27F5-786E-A3C2-696A3BEEAC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77258" y="2212488"/>
            <a:ext cx="431568" cy="431568"/>
          </a:xfrm>
          <a:prstGeom prst="rect">
            <a:avLst/>
          </a:prstGeom>
        </p:spPr>
      </p:pic>
      <p:pic>
        <p:nvPicPr>
          <p:cNvPr id="26" name="Graphic 25">
            <a:extLst>
              <a:ext uri="{FF2B5EF4-FFF2-40B4-BE49-F238E27FC236}">
                <a16:creationId xmlns:a16="http://schemas.microsoft.com/office/drawing/2014/main" id="{4CAE8F23-D51F-A40C-5E65-479B780AC40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6852" y="3003798"/>
            <a:ext cx="431568" cy="431568"/>
          </a:xfrm>
          <a:prstGeom prst="rect">
            <a:avLst/>
          </a:prstGeom>
        </p:spPr>
      </p:pic>
      <p:pic>
        <p:nvPicPr>
          <p:cNvPr id="35" name="Graphic 34">
            <a:extLst>
              <a:ext uri="{FF2B5EF4-FFF2-40B4-BE49-F238E27FC236}">
                <a16:creationId xmlns:a16="http://schemas.microsoft.com/office/drawing/2014/main" id="{8D21AD9F-81C6-2066-F39A-95A9577E316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75965" y="3795886"/>
            <a:ext cx="431568" cy="431568"/>
          </a:xfrm>
          <a:prstGeom prst="rect">
            <a:avLst/>
          </a:prstGeom>
        </p:spPr>
      </p:pic>
      <p:pic>
        <p:nvPicPr>
          <p:cNvPr id="43" name="Graphic 42">
            <a:extLst>
              <a:ext uri="{FF2B5EF4-FFF2-40B4-BE49-F238E27FC236}">
                <a16:creationId xmlns:a16="http://schemas.microsoft.com/office/drawing/2014/main" id="{B4F60EC4-FBEF-BFF4-7227-5DDCD8CB1F9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67125" y="4330279"/>
            <a:ext cx="392335" cy="392335"/>
          </a:xfrm>
          <a:prstGeom prst="rect">
            <a:avLst/>
          </a:prstGeom>
        </p:spPr>
      </p:pic>
      <p:pic>
        <p:nvPicPr>
          <p:cNvPr id="45" name="Graphic 44">
            <a:extLst>
              <a:ext uri="{FF2B5EF4-FFF2-40B4-BE49-F238E27FC236}">
                <a16:creationId xmlns:a16="http://schemas.microsoft.com/office/drawing/2014/main" id="{C5911584-B644-99D2-AFB0-FBE42FEC8D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21123" y="4371950"/>
            <a:ext cx="431569" cy="431569"/>
          </a:xfrm>
          <a:prstGeom prst="rect">
            <a:avLst/>
          </a:prstGeom>
        </p:spPr>
      </p:pic>
      <p:pic>
        <p:nvPicPr>
          <p:cNvPr id="47" name="Graphic 46">
            <a:extLst>
              <a:ext uri="{FF2B5EF4-FFF2-40B4-BE49-F238E27FC236}">
                <a16:creationId xmlns:a16="http://schemas.microsoft.com/office/drawing/2014/main" id="{DC30D7B0-2A98-485F-3441-7ADC59C4F60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365676" y="3116463"/>
            <a:ext cx="474725" cy="474725"/>
          </a:xfrm>
          <a:prstGeom prst="rect">
            <a:avLst/>
          </a:prstGeom>
        </p:spPr>
      </p:pic>
      <p:pic>
        <p:nvPicPr>
          <p:cNvPr id="49" name="Graphic 48">
            <a:extLst>
              <a:ext uri="{FF2B5EF4-FFF2-40B4-BE49-F238E27FC236}">
                <a16:creationId xmlns:a16="http://schemas.microsoft.com/office/drawing/2014/main" id="{485B3273-54CC-4E48-7C3F-58C843391E5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20675" y="2019125"/>
            <a:ext cx="522197" cy="522197"/>
          </a:xfrm>
          <a:prstGeom prst="rect">
            <a:avLst/>
          </a:prstGeom>
        </p:spPr>
      </p:pic>
    </p:spTree>
    <p:extLst>
      <p:ext uri="{BB962C8B-B14F-4D97-AF65-F5344CB8AC3E}">
        <p14:creationId xmlns:p14="http://schemas.microsoft.com/office/powerpoint/2010/main" val="172812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831F-52A2-192B-4E17-1C2B6C7EC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89930-FEF1-12E0-9124-671ADC1888A2}"/>
              </a:ext>
            </a:extLst>
          </p:cNvPr>
          <p:cNvSpPr>
            <a:spLocks noGrp="1"/>
          </p:cNvSpPr>
          <p:nvPr>
            <p:ph type="title"/>
          </p:nvPr>
        </p:nvSpPr>
        <p:spPr>
          <a:xfrm>
            <a:off x="569913" y="571500"/>
            <a:ext cx="4578151" cy="569913"/>
          </a:xfrm>
        </p:spPr>
        <p:txBody>
          <a:bodyPr/>
          <a:lstStyle/>
          <a:p>
            <a:r>
              <a:rPr lang="en-US" noProof="0" dirty="0"/>
              <a:t>A scalable, reliable and secured digital infrastructure to thrive in the AI era.</a:t>
            </a:r>
          </a:p>
        </p:txBody>
      </p:sp>
      <p:pic>
        <p:nvPicPr>
          <p:cNvPr id="3" name="Picture 2" descr="A couple of people standing next to a cloud&#10;&#10;AI-generated content may be incorrect.">
            <a:extLst>
              <a:ext uri="{FF2B5EF4-FFF2-40B4-BE49-F238E27FC236}">
                <a16:creationId xmlns:a16="http://schemas.microsoft.com/office/drawing/2014/main" id="{C0B36404-42A2-236D-6AF6-A8FC999F12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91384" y="1491629"/>
            <a:ext cx="3116055" cy="3077585"/>
          </a:xfrm>
          <a:prstGeom prst="rect">
            <a:avLst/>
          </a:prstGeom>
        </p:spPr>
      </p:pic>
      <p:sp>
        <p:nvSpPr>
          <p:cNvPr id="5" name="Rectangle 4">
            <a:extLst>
              <a:ext uri="{FF2B5EF4-FFF2-40B4-BE49-F238E27FC236}">
                <a16:creationId xmlns:a16="http://schemas.microsoft.com/office/drawing/2014/main" id="{1E715297-44ED-AAA1-5093-C86EF97D0C10}"/>
              </a:ext>
            </a:extLst>
          </p:cNvPr>
          <p:cNvSpPr/>
          <p:nvPr/>
        </p:nvSpPr>
        <p:spPr>
          <a:xfrm>
            <a:off x="5820831" y="564282"/>
            <a:ext cx="2786608" cy="5699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spc="-20" noProof="0" dirty="0">
                <a:solidFill>
                  <a:schemeClr val="tx1"/>
                </a:solidFill>
              </a:rPr>
              <a:t>Digital Infrastructure</a:t>
            </a:r>
            <a:br>
              <a:rPr lang="en-US" sz="1100" spc="-20" noProof="0" dirty="0">
                <a:solidFill>
                  <a:schemeClr val="tx1"/>
                </a:solidFill>
              </a:rPr>
            </a:br>
            <a:r>
              <a:rPr lang="en-US" sz="1100" spc="-20" noProof="0" dirty="0">
                <a:solidFill>
                  <a:schemeClr val="tx1"/>
                </a:solidFill>
              </a:rPr>
              <a:t>Connectivity – Cloud - Cybersecurity</a:t>
            </a:r>
            <a:endParaRPr lang="en-US" sz="1100" noProof="0" dirty="0">
              <a:solidFill>
                <a:schemeClr val="tx1"/>
              </a:solidFill>
            </a:endParaRPr>
          </a:p>
        </p:txBody>
      </p:sp>
      <p:sp>
        <p:nvSpPr>
          <p:cNvPr id="9" name="Content Placeholder 9">
            <a:extLst>
              <a:ext uri="{FF2B5EF4-FFF2-40B4-BE49-F238E27FC236}">
                <a16:creationId xmlns:a16="http://schemas.microsoft.com/office/drawing/2014/main" id="{3C92A1D0-BCDB-413F-5EB8-96FC819596C9}"/>
              </a:ext>
            </a:extLst>
          </p:cNvPr>
          <p:cNvSpPr>
            <a:spLocks noGrp="1"/>
          </p:cNvSpPr>
          <p:nvPr>
            <p:ph idx="1"/>
          </p:nvPr>
        </p:nvSpPr>
        <p:spPr>
          <a:xfrm>
            <a:off x="569913" y="1491630"/>
            <a:ext cx="4506143" cy="2838829"/>
          </a:xfrm>
        </p:spPr>
        <p:txBody>
          <a:bodyPr/>
          <a:lstStyle/>
          <a:p>
            <a:pPr lvl="0">
              <a:lnSpc>
                <a:spcPct val="100000"/>
              </a:lnSpc>
              <a:spcAft>
                <a:spcPts val="938"/>
              </a:spcAft>
              <a:buClrTx/>
              <a:buSzTx/>
              <a:defRPr/>
            </a:pPr>
            <a:r>
              <a:rPr lang="en-US" noProof="0" dirty="0">
                <a:solidFill>
                  <a:schemeClr val="tx1"/>
                </a:solidFill>
              </a:rPr>
              <a:t>We bring together Cloud, Connectivity, and Cybersecurity with </a:t>
            </a:r>
            <a:r>
              <a:rPr lang="en-US" noProof="0" dirty="0">
                <a:solidFill>
                  <a:schemeClr val="accent1"/>
                </a:solidFill>
              </a:rPr>
              <a:t>strong integration capabilities</a:t>
            </a:r>
            <a:r>
              <a:rPr lang="en-US" noProof="0" dirty="0">
                <a:solidFill>
                  <a:schemeClr val="tx1"/>
                </a:solidFill>
              </a:rPr>
              <a:t>.</a:t>
            </a:r>
          </a:p>
          <a:p>
            <a:pPr lvl="0">
              <a:lnSpc>
                <a:spcPct val="100000"/>
              </a:lnSpc>
              <a:spcAft>
                <a:spcPts val="938"/>
              </a:spcAft>
              <a:buClrTx/>
              <a:buSzTx/>
              <a:defRPr/>
            </a:pPr>
            <a:r>
              <a:rPr lang="en-US" noProof="0" dirty="0">
                <a:solidFill>
                  <a:schemeClr val="tx1"/>
                </a:solidFill>
              </a:rPr>
              <a:t>Our </a:t>
            </a:r>
            <a:r>
              <a:rPr lang="en-US" noProof="0" dirty="0">
                <a:solidFill>
                  <a:schemeClr val="accent1"/>
                </a:solidFill>
              </a:rPr>
              <a:t>Evolution Platform </a:t>
            </a:r>
            <a:r>
              <a:rPr lang="en-US" noProof="0" dirty="0">
                <a:solidFill>
                  <a:schemeClr val="tx1"/>
                </a:solidFill>
              </a:rPr>
              <a:t>delivers </a:t>
            </a:r>
            <a:r>
              <a:rPr lang="en-US" noProof="0" dirty="0">
                <a:solidFill>
                  <a:schemeClr val="accent1"/>
                </a:solidFill>
              </a:rPr>
              <a:t>as-a-service infrastructure and security solutions</a:t>
            </a:r>
            <a:r>
              <a:rPr lang="en-US" noProof="0" dirty="0">
                <a:solidFill>
                  <a:schemeClr val="tx1"/>
                </a:solidFill>
              </a:rPr>
              <a:t>, built on a collaborative ecosystem of world-leading partners. It's designed to be intuitive, so customers can focus on what matters: </a:t>
            </a:r>
            <a:r>
              <a:rPr lang="en-US" noProof="0" dirty="0">
                <a:solidFill>
                  <a:schemeClr val="accent1"/>
                </a:solidFill>
              </a:rPr>
              <a:t>growing their business</a:t>
            </a:r>
            <a:r>
              <a:rPr lang="en-US" noProof="0" dirty="0">
                <a:solidFill>
                  <a:schemeClr val="tx1"/>
                </a:solidFill>
              </a:rPr>
              <a:t>.</a:t>
            </a:r>
          </a:p>
          <a:p>
            <a:pPr lvl="0">
              <a:lnSpc>
                <a:spcPct val="100000"/>
              </a:lnSpc>
              <a:spcAft>
                <a:spcPts val="938"/>
              </a:spcAft>
              <a:buClrTx/>
              <a:buSzTx/>
              <a:defRPr/>
            </a:pPr>
            <a:r>
              <a:rPr lang="en-US" noProof="0" dirty="0">
                <a:solidFill>
                  <a:schemeClr val="tx1"/>
                </a:solidFill>
              </a:rPr>
              <a:t>Our </a:t>
            </a:r>
            <a:r>
              <a:rPr lang="en-US" noProof="0" dirty="0">
                <a:solidFill>
                  <a:schemeClr val="accent1"/>
                </a:solidFill>
              </a:rPr>
              <a:t>Cloud Avenue Platform</a:t>
            </a:r>
            <a:r>
              <a:rPr lang="en-US" noProof="0" dirty="0">
                <a:solidFill>
                  <a:schemeClr val="tx1"/>
                </a:solidFill>
              </a:rPr>
              <a:t>, alongside our partners' solutions, accelerates cloud adoption while keeping data sovereignty, regulatory compliance, and generative AI firmly in the picture.</a:t>
            </a:r>
          </a:p>
        </p:txBody>
      </p:sp>
    </p:spTree>
    <p:extLst>
      <p:ext uri="{BB962C8B-B14F-4D97-AF65-F5344CB8AC3E}">
        <p14:creationId xmlns:p14="http://schemas.microsoft.com/office/powerpoint/2010/main" val="32476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1948-D07D-6550-6C97-E0A41D6E66F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A97F646-CC9F-3F4F-A14C-20BA198E99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9642" y="564282"/>
            <a:ext cx="4734358" cy="4675909"/>
          </a:xfrm>
          <a:prstGeom prst="rect">
            <a:avLst/>
          </a:prstGeom>
        </p:spPr>
      </p:pic>
      <p:sp>
        <p:nvSpPr>
          <p:cNvPr id="10" name="Content Placeholder 9">
            <a:extLst>
              <a:ext uri="{FF2B5EF4-FFF2-40B4-BE49-F238E27FC236}">
                <a16:creationId xmlns:a16="http://schemas.microsoft.com/office/drawing/2014/main" id="{B089C937-9ED6-CF8E-B0C9-8FA9BB47B9E0}"/>
              </a:ext>
            </a:extLst>
          </p:cNvPr>
          <p:cNvSpPr>
            <a:spLocks noGrp="1"/>
          </p:cNvSpPr>
          <p:nvPr>
            <p:ph idx="1"/>
          </p:nvPr>
        </p:nvSpPr>
        <p:spPr>
          <a:xfrm>
            <a:off x="569913" y="1491631"/>
            <a:ext cx="4506143" cy="2442014"/>
          </a:xfrm>
        </p:spPr>
        <p:txBody>
          <a:bodyPr/>
          <a:lstStyle/>
          <a:p>
            <a:pPr lvl="0">
              <a:lnSpc>
                <a:spcPct val="100000"/>
              </a:lnSpc>
              <a:spcAft>
                <a:spcPts val="938"/>
              </a:spcAft>
              <a:buClrTx/>
              <a:buSzTx/>
              <a:defRPr/>
            </a:pPr>
            <a:r>
              <a:rPr lang="en-US" noProof="0" dirty="0">
                <a:solidFill>
                  <a:schemeClr val="tx1"/>
                </a:solidFill>
              </a:rPr>
              <a:t>By connecting human and digital touchpoints across the entire customer journey, our customers can deliver consistent and personal experience, at every step.</a:t>
            </a:r>
          </a:p>
          <a:p>
            <a:pPr lvl="0">
              <a:lnSpc>
                <a:spcPct val="100000"/>
              </a:lnSpc>
              <a:spcAft>
                <a:spcPts val="938"/>
              </a:spcAft>
              <a:buClrTx/>
              <a:buSzTx/>
              <a:defRPr/>
            </a:pPr>
            <a:r>
              <a:rPr lang="en-US" noProof="0" dirty="0">
                <a:solidFill>
                  <a:schemeClr val="tx1"/>
                </a:solidFill>
              </a:rPr>
              <a:t>Getting that orchestration right means meeting end-customers where they are, building satisfaction and loyalty that lasts. And with </a:t>
            </a:r>
            <a:r>
              <a:rPr lang="en-US" noProof="0" dirty="0">
                <a:solidFill>
                  <a:srgbClr val="FF7900"/>
                </a:solidFill>
              </a:rPr>
              <a:t>Generative AI helping to strike the right balance between human and automated interactions, </a:t>
            </a:r>
            <a:r>
              <a:rPr lang="en-US" noProof="0" dirty="0">
                <a:solidFill>
                  <a:schemeClr val="tx1"/>
                </a:solidFill>
              </a:rPr>
              <a:t>it also means doing it more efficiently.</a:t>
            </a:r>
            <a:endParaRPr lang="en-US" kern="0" noProof="0" dirty="0">
              <a:solidFill>
                <a:schemeClr val="tx1"/>
              </a:solidFill>
            </a:endParaRPr>
          </a:p>
        </p:txBody>
      </p:sp>
      <p:sp>
        <p:nvSpPr>
          <p:cNvPr id="5" name="Rectangle 4">
            <a:extLst>
              <a:ext uri="{FF2B5EF4-FFF2-40B4-BE49-F238E27FC236}">
                <a16:creationId xmlns:a16="http://schemas.microsoft.com/office/drawing/2014/main" id="{24CEC388-15D3-1C85-CD2C-7DE69746BD93}"/>
              </a:ext>
            </a:extLst>
          </p:cNvPr>
          <p:cNvSpPr/>
          <p:nvPr/>
        </p:nvSpPr>
        <p:spPr>
          <a:xfrm>
            <a:off x="7308303" y="564282"/>
            <a:ext cx="1299135" cy="5699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lnSpc>
                <a:spcPct val="90000"/>
              </a:lnSpc>
              <a:spcBef>
                <a:spcPts val="600"/>
              </a:spcBef>
              <a:defRPr/>
            </a:pPr>
            <a:r>
              <a:rPr lang="en-US" sz="1100" spc="-20" noProof="0" dirty="0">
                <a:solidFill>
                  <a:schemeClr val="tx1"/>
                </a:solidFill>
              </a:rPr>
              <a:t>Customer</a:t>
            </a:r>
            <a:br>
              <a:rPr lang="en-US" sz="1100" spc="-20" noProof="0" dirty="0">
                <a:solidFill>
                  <a:schemeClr val="tx1"/>
                </a:solidFill>
              </a:rPr>
            </a:br>
            <a:r>
              <a:rPr lang="en-US" sz="1100" spc="-20" noProof="0" dirty="0">
                <a:solidFill>
                  <a:schemeClr val="tx1"/>
                </a:solidFill>
              </a:rPr>
              <a:t>experience</a:t>
            </a:r>
          </a:p>
        </p:txBody>
      </p:sp>
      <p:sp>
        <p:nvSpPr>
          <p:cNvPr id="8" name="Title 1">
            <a:extLst>
              <a:ext uri="{FF2B5EF4-FFF2-40B4-BE49-F238E27FC236}">
                <a16:creationId xmlns:a16="http://schemas.microsoft.com/office/drawing/2014/main" id="{9677E7B5-8830-7B00-73DB-7B3B9B23C2CB}"/>
              </a:ext>
            </a:extLst>
          </p:cNvPr>
          <p:cNvSpPr>
            <a:spLocks noGrp="1"/>
          </p:cNvSpPr>
          <p:nvPr>
            <p:ph type="title"/>
          </p:nvPr>
        </p:nvSpPr>
        <p:spPr>
          <a:xfrm>
            <a:off x="569913" y="587111"/>
            <a:ext cx="6018311" cy="569913"/>
          </a:xfrm>
        </p:spPr>
        <p:txBody>
          <a:bodyPr/>
          <a:lstStyle/>
          <a:p>
            <a:r>
              <a:rPr lang="en-US" noProof="0" dirty="0"/>
              <a:t>Better orchestration, better customer experiences</a:t>
            </a:r>
          </a:p>
        </p:txBody>
      </p:sp>
    </p:spTree>
    <p:extLst>
      <p:ext uri="{BB962C8B-B14F-4D97-AF65-F5344CB8AC3E}">
        <p14:creationId xmlns:p14="http://schemas.microsoft.com/office/powerpoint/2010/main" val="3820459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C44E-8382-BC0C-43A9-F54CCB0A61DD}"/>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49FE5AD0-49EC-BDEE-780B-1697E8082DD0}"/>
              </a:ext>
            </a:extLst>
          </p:cNvPr>
          <p:cNvSpPr>
            <a:spLocks noGrp="1"/>
          </p:cNvSpPr>
          <p:nvPr>
            <p:ph idx="1"/>
          </p:nvPr>
        </p:nvSpPr>
        <p:spPr>
          <a:xfrm>
            <a:off x="569912" y="1253746"/>
            <a:ext cx="5030787" cy="3077585"/>
          </a:xfrm>
        </p:spPr>
        <p:txBody>
          <a:bodyPr/>
          <a:lstStyle/>
          <a:p>
            <a:pPr lvl="0">
              <a:lnSpc>
                <a:spcPct val="100000"/>
              </a:lnSpc>
              <a:spcAft>
                <a:spcPts val="938"/>
              </a:spcAft>
              <a:buClrTx/>
              <a:buSzTx/>
              <a:defRPr/>
            </a:pPr>
            <a:r>
              <a:rPr lang="en-US" b="0" noProof="0" dirty="0">
                <a:solidFill>
                  <a:srgbClr val="FFFFFF"/>
                </a:solidFill>
              </a:rPr>
              <a:t>In the workplace, tools are becoming increasingly digitalized, and generative AI is shaking up everyday life. Companies are faced with the challenge of offering their employees a digital work environment that meets their business challenges.</a:t>
            </a:r>
          </a:p>
          <a:p>
            <a:pPr lvl="0">
              <a:lnSpc>
                <a:spcPct val="100000"/>
              </a:lnSpc>
              <a:spcAft>
                <a:spcPts val="938"/>
              </a:spcAft>
              <a:buClrTx/>
              <a:buSzTx/>
              <a:defRPr/>
            </a:pPr>
            <a:r>
              <a:rPr lang="en-US" b="0" noProof="0" dirty="0">
                <a:solidFill>
                  <a:srgbClr val="FFFFFF"/>
                </a:solidFill>
              </a:rPr>
              <a:t>Our proposa</a:t>
            </a:r>
            <a:r>
              <a:rPr lang="en-US" b="0" noProof="0" dirty="0">
                <a:solidFill>
                  <a:schemeClr val="tx1"/>
                </a:solidFill>
              </a:rPr>
              <a:t>l: </a:t>
            </a:r>
            <a:r>
              <a:rPr lang="en-US" b="0" noProof="0" dirty="0">
                <a:solidFill>
                  <a:srgbClr val="FF7900"/>
                </a:solidFill>
              </a:rPr>
              <a:t>create the conditions for positive productivity </a:t>
            </a:r>
            <a:r>
              <a:rPr lang="en-US" b="0" noProof="0" dirty="0">
                <a:solidFill>
                  <a:srgbClr val="FFFFFF"/>
                </a:solidFill>
              </a:rPr>
              <a:t>to unleash individual and collective efficiency, without compromising on digital confidence and environmental impact.</a:t>
            </a:r>
            <a:endParaRPr lang="en-US" b="0" noProof="0" dirty="0">
              <a:solidFill>
                <a:srgbClr val="FF7900"/>
              </a:solidFill>
            </a:endParaRPr>
          </a:p>
          <a:p>
            <a:pPr lvl="0">
              <a:lnSpc>
                <a:spcPct val="100000"/>
              </a:lnSpc>
              <a:spcAft>
                <a:spcPts val="938"/>
              </a:spcAft>
              <a:buClrTx/>
              <a:buSzTx/>
              <a:defRPr/>
            </a:pPr>
            <a:r>
              <a:rPr lang="en-US" noProof="0" dirty="0">
                <a:solidFill>
                  <a:schemeClr val="tx1"/>
                </a:solidFill>
              </a:rPr>
              <a:t>The only European operator-integrator capable of designing and implementing </a:t>
            </a:r>
            <a:r>
              <a:rPr lang="en-US" noProof="0" dirty="0"/>
              <a:t>efficient and responsible employee experience solutions.</a:t>
            </a:r>
          </a:p>
          <a:p>
            <a:pPr lvl="0">
              <a:lnSpc>
                <a:spcPct val="100000"/>
              </a:lnSpc>
              <a:spcAft>
                <a:spcPts val="938"/>
              </a:spcAft>
              <a:buClrTx/>
              <a:buSzTx/>
              <a:defRPr/>
            </a:pPr>
            <a:r>
              <a:rPr lang="en-US" sz="1100" noProof="0" dirty="0">
                <a:solidFill>
                  <a:schemeClr val="tx1"/>
                </a:solidFill>
              </a:rPr>
              <a:t>Consulting - Telephony - Collaboration - Hybrid working - Next-gen offices - Quality of experience - Adoption - Security - Productivity - Technical support - Office workers - Workers without an office</a:t>
            </a:r>
          </a:p>
          <a:p>
            <a:pPr lvl="0">
              <a:spcAft>
                <a:spcPts val="938"/>
              </a:spcAft>
              <a:buClrTx/>
              <a:buSzTx/>
              <a:defRPr/>
            </a:pPr>
            <a:endParaRPr lang="en-US" sz="1100" b="0" noProof="0" dirty="0">
              <a:solidFill>
                <a:srgbClr val="FFFFFF"/>
              </a:solidFill>
            </a:endParaRPr>
          </a:p>
        </p:txBody>
      </p:sp>
      <p:sp>
        <p:nvSpPr>
          <p:cNvPr id="2" name="Title 1">
            <a:extLst>
              <a:ext uri="{FF2B5EF4-FFF2-40B4-BE49-F238E27FC236}">
                <a16:creationId xmlns:a16="http://schemas.microsoft.com/office/drawing/2014/main" id="{48CC14DE-137C-3681-C5C1-614FDCEE9889}"/>
              </a:ext>
            </a:extLst>
          </p:cNvPr>
          <p:cNvSpPr>
            <a:spLocks noGrp="1"/>
          </p:cNvSpPr>
          <p:nvPr>
            <p:ph type="title"/>
          </p:nvPr>
        </p:nvSpPr>
        <p:spPr>
          <a:xfrm>
            <a:off x="569913" y="571500"/>
            <a:ext cx="4578151" cy="569913"/>
          </a:xfrm>
        </p:spPr>
        <p:txBody>
          <a:bodyPr/>
          <a:lstStyle/>
          <a:p>
            <a:r>
              <a:rPr lang="en-US" noProof="0" dirty="0"/>
              <a:t>Building positive productivity at work with digital technology</a:t>
            </a:r>
          </a:p>
        </p:txBody>
      </p:sp>
      <p:sp>
        <p:nvSpPr>
          <p:cNvPr id="5" name="Rectangle 4">
            <a:extLst>
              <a:ext uri="{FF2B5EF4-FFF2-40B4-BE49-F238E27FC236}">
                <a16:creationId xmlns:a16="http://schemas.microsoft.com/office/drawing/2014/main" id="{5DFE5D5E-9EE8-717F-937C-B98A9E0F72E1}"/>
              </a:ext>
            </a:extLst>
          </p:cNvPr>
          <p:cNvSpPr/>
          <p:nvPr/>
        </p:nvSpPr>
        <p:spPr>
          <a:xfrm>
            <a:off x="7308303" y="564282"/>
            <a:ext cx="1299135" cy="5699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lnSpc>
                <a:spcPct val="90000"/>
              </a:lnSpc>
              <a:spcBef>
                <a:spcPts val="600"/>
              </a:spcBef>
              <a:defRPr/>
            </a:pPr>
            <a:r>
              <a:rPr lang="en-US" sz="1100" spc="-20" noProof="0" dirty="0">
                <a:solidFill>
                  <a:schemeClr val="tx1"/>
                </a:solidFill>
              </a:rPr>
              <a:t>Employee</a:t>
            </a:r>
            <a:br>
              <a:rPr lang="en-US" sz="1100" spc="-20" noProof="0" dirty="0">
                <a:solidFill>
                  <a:schemeClr val="tx1"/>
                </a:solidFill>
              </a:rPr>
            </a:br>
            <a:r>
              <a:rPr lang="en-US" sz="1100" spc="-20" noProof="0" dirty="0">
                <a:solidFill>
                  <a:schemeClr val="tx1"/>
                </a:solidFill>
              </a:rPr>
              <a:t>experience</a:t>
            </a:r>
          </a:p>
        </p:txBody>
      </p:sp>
      <p:pic>
        <p:nvPicPr>
          <p:cNvPr id="3" name="Picture 2" descr="A group of people sitting in front of screens&#10;&#10;AI-generated content may be incorrect.">
            <a:extLst>
              <a:ext uri="{FF2B5EF4-FFF2-40B4-BE49-F238E27FC236}">
                <a16:creationId xmlns:a16="http://schemas.microsoft.com/office/drawing/2014/main" id="{09081FA4-96EF-3B06-3B59-6905A72D42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26531" y="1128413"/>
            <a:ext cx="3493941" cy="3450805"/>
          </a:xfrm>
          <a:prstGeom prst="rect">
            <a:avLst/>
          </a:prstGeom>
        </p:spPr>
      </p:pic>
    </p:spTree>
    <p:extLst>
      <p:ext uri="{BB962C8B-B14F-4D97-AF65-F5344CB8AC3E}">
        <p14:creationId xmlns:p14="http://schemas.microsoft.com/office/powerpoint/2010/main" val="415880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48DDD-656C-BC3F-205F-6BBA5E6939E4}"/>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A97F04E6-0EF3-84C2-A931-DE9052FA65D7}"/>
              </a:ext>
            </a:extLst>
          </p:cNvPr>
          <p:cNvSpPr>
            <a:spLocks noGrp="1"/>
          </p:cNvSpPr>
          <p:nvPr>
            <p:ph idx="1"/>
          </p:nvPr>
        </p:nvSpPr>
        <p:spPr>
          <a:xfrm>
            <a:off x="569912" y="1522204"/>
            <a:ext cx="4578151" cy="3049795"/>
          </a:xfrm>
        </p:spPr>
        <p:txBody>
          <a:bodyPr/>
          <a:lstStyle/>
          <a:p>
            <a:pPr lvl="0">
              <a:lnSpc>
                <a:spcPct val="100000"/>
              </a:lnSpc>
              <a:spcAft>
                <a:spcPts val="938"/>
              </a:spcAft>
              <a:buClrTx/>
              <a:buSzTx/>
              <a:defRPr/>
            </a:pPr>
            <a:r>
              <a:rPr lang="en-US" sz="1200" b="0" noProof="0" dirty="0">
                <a:solidFill>
                  <a:srgbClr val="FFFFFF"/>
                </a:solidFill>
              </a:rPr>
              <a:t>IT technologies and solutions applied to IoT improve productivity and security, optimize processes, reduce costs and enable our industrial customers to offer new services on their products. </a:t>
            </a:r>
          </a:p>
          <a:p>
            <a:pPr>
              <a:lnSpc>
                <a:spcPct val="100000"/>
              </a:lnSpc>
              <a:spcAft>
                <a:spcPts val="938"/>
              </a:spcAft>
              <a:buClrTx/>
              <a:buSzTx/>
              <a:defRPr/>
            </a:pPr>
            <a:r>
              <a:rPr lang="en-US" sz="1200" b="0" noProof="0" dirty="0">
                <a:solidFill>
                  <a:srgbClr val="FFFFFF"/>
                </a:solidFill>
              </a:rPr>
              <a:t>Orange Business supports them at every step: identifying the right use cases, building and maintaining secure infrastructures, bridging IT and OT, and accelerating value creation.</a:t>
            </a:r>
          </a:p>
          <a:p>
            <a:pPr marL="171450" lvl="0" indent="-171450">
              <a:lnSpc>
                <a:spcPct val="100000"/>
              </a:lnSpc>
              <a:buClr>
                <a:schemeClr val="bg2"/>
              </a:buClr>
              <a:buSzTx/>
              <a:buFont typeface="Wingdings" pitchFamily="2" charset="2"/>
              <a:buChar char="§"/>
              <a:defRPr/>
            </a:pPr>
            <a:r>
              <a:rPr lang="en-US" sz="1200" b="0" noProof="0" dirty="0">
                <a:solidFill>
                  <a:srgbClr val="FF7900"/>
                </a:solidFill>
              </a:rPr>
              <a:t>Thousands </a:t>
            </a:r>
            <a:r>
              <a:rPr lang="en-US" sz="1200" b="0" noProof="0" dirty="0"/>
              <a:t>of experts </a:t>
            </a:r>
            <a:r>
              <a:rPr lang="en-US" sz="1200" b="0" noProof="0" dirty="0">
                <a:solidFill>
                  <a:schemeClr val="tx1"/>
                </a:solidFill>
              </a:rPr>
              <a:t>to design, implement and operate network and data infrastructure solutions adapted to IoT. </a:t>
            </a:r>
          </a:p>
          <a:p>
            <a:pPr marL="171450" lvl="0" indent="-171450">
              <a:lnSpc>
                <a:spcPct val="100000"/>
              </a:lnSpc>
              <a:buClr>
                <a:schemeClr val="bg2"/>
              </a:buClr>
              <a:buSzTx/>
              <a:buFont typeface="Wingdings" pitchFamily="2" charset="2"/>
              <a:buChar char="§"/>
              <a:defRPr/>
            </a:pPr>
            <a:r>
              <a:rPr lang="en-US" sz="1200" b="0" noProof="0" dirty="0">
                <a:solidFill>
                  <a:srgbClr val="FFFFFF"/>
                </a:solidFill>
              </a:rPr>
              <a:t>Our </a:t>
            </a:r>
            <a:r>
              <a:rPr lang="en-US" sz="1200" b="0" noProof="0" dirty="0">
                <a:solidFill>
                  <a:schemeClr val="accent1"/>
                </a:solidFill>
              </a:rPr>
              <a:t>Customer Innovation Center </a:t>
            </a:r>
            <a:r>
              <a:rPr lang="en-US" sz="1200" b="0" noProof="0" dirty="0">
                <a:solidFill>
                  <a:srgbClr val="FFFFFF"/>
                </a:solidFill>
              </a:rPr>
              <a:t>to explore business use cases and our associated </a:t>
            </a:r>
            <a:r>
              <a:rPr lang="en-US" sz="1200" b="0" noProof="0" dirty="0">
                <a:solidFill>
                  <a:schemeClr val="tx1"/>
                </a:solidFill>
              </a:rPr>
              <a:t>solutions. </a:t>
            </a:r>
          </a:p>
          <a:p>
            <a:pPr marL="171450" lvl="0" indent="-171450">
              <a:lnSpc>
                <a:spcPct val="100000"/>
              </a:lnSpc>
              <a:buClr>
                <a:schemeClr val="bg2"/>
              </a:buClr>
              <a:buSzTx/>
              <a:buFont typeface="Wingdings" pitchFamily="2" charset="2"/>
              <a:buChar char="§"/>
              <a:defRPr/>
            </a:pPr>
            <a:r>
              <a:rPr lang="en-US" sz="1200" b="0" noProof="0" dirty="0"/>
              <a:t>Orange Innovation </a:t>
            </a:r>
            <a:r>
              <a:rPr lang="en-US" sz="1200" b="0" noProof="0" dirty="0">
                <a:solidFill>
                  <a:srgbClr val="FFFFFF"/>
                </a:solidFill>
              </a:rPr>
              <a:t>to innovate and work with our industrial customers on their future uses.</a:t>
            </a:r>
          </a:p>
        </p:txBody>
      </p:sp>
      <p:sp>
        <p:nvSpPr>
          <p:cNvPr id="2" name="Title 1">
            <a:extLst>
              <a:ext uri="{FF2B5EF4-FFF2-40B4-BE49-F238E27FC236}">
                <a16:creationId xmlns:a16="http://schemas.microsoft.com/office/drawing/2014/main" id="{B8B71984-C324-AB3E-D466-0D518BB2BB26}"/>
              </a:ext>
            </a:extLst>
          </p:cNvPr>
          <p:cNvSpPr>
            <a:spLocks noGrp="1"/>
          </p:cNvSpPr>
          <p:nvPr>
            <p:ph type="title"/>
          </p:nvPr>
        </p:nvSpPr>
        <p:spPr>
          <a:xfrm>
            <a:off x="569913" y="571500"/>
            <a:ext cx="4578151" cy="569913"/>
          </a:xfrm>
        </p:spPr>
        <p:txBody>
          <a:bodyPr/>
          <a:lstStyle/>
          <a:p>
            <a:pPr>
              <a:lnSpc>
                <a:spcPct val="100000"/>
              </a:lnSpc>
            </a:pPr>
            <a:r>
              <a:rPr lang="en-US" noProof="0" dirty="0"/>
              <a:t>Driving operational excellence through digital and IoT</a:t>
            </a:r>
          </a:p>
        </p:txBody>
      </p:sp>
      <p:sp>
        <p:nvSpPr>
          <p:cNvPr id="5" name="Rectangle 4">
            <a:extLst>
              <a:ext uri="{FF2B5EF4-FFF2-40B4-BE49-F238E27FC236}">
                <a16:creationId xmlns:a16="http://schemas.microsoft.com/office/drawing/2014/main" id="{35E7BB4B-FB97-D4DB-E268-9F58984C2103}"/>
              </a:ext>
            </a:extLst>
          </p:cNvPr>
          <p:cNvSpPr/>
          <p:nvPr/>
        </p:nvSpPr>
        <p:spPr>
          <a:xfrm>
            <a:off x="7308303" y="564282"/>
            <a:ext cx="1299135" cy="5699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685800">
              <a:lnSpc>
                <a:spcPct val="90000"/>
              </a:lnSpc>
              <a:spcBef>
                <a:spcPts val="600"/>
              </a:spcBef>
              <a:defRPr/>
            </a:pPr>
            <a:r>
              <a:rPr lang="en-US" sz="1100" spc="-20" noProof="0" dirty="0">
                <a:solidFill>
                  <a:schemeClr val="tx1"/>
                </a:solidFill>
              </a:rPr>
              <a:t>Operational</a:t>
            </a:r>
            <a:br>
              <a:rPr lang="en-US" sz="1100" spc="-20" noProof="0" dirty="0">
                <a:solidFill>
                  <a:schemeClr val="tx1"/>
                </a:solidFill>
              </a:rPr>
            </a:br>
            <a:r>
              <a:rPr lang="en-US" sz="1100" spc="-20" noProof="0" dirty="0">
                <a:solidFill>
                  <a:schemeClr val="tx1"/>
                </a:solidFill>
              </a:rPr>
              <a:t>experience</a:t>
            </a:r>
          </a:p>
        </p:txBody>
      </p:sp>
      <p:pic>
        <p:nvPicPr>
          <p:cNvPr id="4" name="Picture 3" descr="A plane and a boat with containers on a tablet&#10;&#10;AI-generated content may be incorrect.">
            <a:extLst>
              <a:ext uri="{FF2B5EF4-FFF2-40B4-BE49-F238E27FC236}">
                <a16:creationId xmlns:a16="http://schemas.microsoft.com/office/drawing/2014/main" id="{89E5B618-256A-3C31-2198-D485709BBB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68502" y="1154781"/>
            <a:ext cx="3694833" cy="3649217"/>
          </a:xfrm>
          <a:prstGeom prst="rect">
            <a:avLst/>
          </a:prstGeom>
        </p:spPr>
      </p:pic>
    </p:spTree>
    <p:extLst>
      <p:ext uri="{BB962C8B-B14F-4D97-AF65-F5344CB8AC3E}">
        <p14:creationId xmlns:p14="http://schemas.microsoft.com/office/powerpoint/2010/main" val="278331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19EE6-DC4F-286C-7B07-EAF2F202C6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C56D71-BC9F-4845-0226-BA761F46AA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240"/>
            <a:ext cx="9146208" cy="5142260"/>
          </a:xfrm>
          <a:prstGeom prst="rect">
            <a:avLst/>
          </a:prstGeom>
        </p:spPr>
      </p:pic>
      <p:sp>
        <p:nvSpPr>
          <p:cNvPr id="3" name="Title 2">
            <a:extLst>
              <a:ext uri="{FF2B5EF4-FFF2-40B4-BE49-F238E27FC236}">
                <a16:creationId xmlns:a16="http://schemas.microsoft.com/office/drawing/2014/main" id="{9FC76854-1CF8-800A-7323-9CFD2CF60948}"/>
              </a:ext>
            </a:extLst>
          </p:cNvPr>
          <p:cNvSpPr>
            <a:spLocks noGrp="1"/>
          </p:cNvSpPr>
          <p:nvPr>
            <p:ph type="title"/>
          </p:nvPr>
        </p:nvSpPr>
        <p:spPr>
          <a:xfrm>
            <a:off x="569914" y="571499"/>
            <a:ext cx="2848404" cy="1052201"/>
          </a:xfrm>
        </p:spPr>
        <p:txBody>
          <a:bodyPr/>
          <a:lstStyle/>
          <a:p>
            <a:pPr marL="357188" indent="-357188">
              <a:lnSpc>
                <a:spcPct val="100000"/>
              </a:lnSpc>
              <a:spcBef>
                <a:spcPts val="600"/>
              </a:spcBef>
            </a:pPr>
            <a:r>
              <a:rPr lang="en-US" sz="2800" noProof="0" dirty="0"/>
              <a:t>3. How we do it</a:t>
            </a:r>
            <a:br>
              <a:rPr lang="en-US" sz="2800" noProof="0" dirty="0"/>
            </a:br>
            <a:r>
              <a:rPr lang="en-US" noProof="0" dirty="0">
                <a:solidFill>
                  <a:schemeClr val="tx1"/>
                </a:solidFill>
              </a:rPr>
              <a:t>The right expertise, at every step</a:t>
            </a:r>
            <a:br>
              <a:rPr lang="en-US" sz="2800" noProof="0" dirty="0">
                <a:solidFill>
                  <a:schemeClr val="tx1"/>
                </a:solidFill>
                <a:highlight>
                  <a:srgbClr val="FFFF00"/>
                </a:highlight>
              </a:rPr>
            </a:br>
            <a:endParaRPr lang="en-US" sz="2800" noProof="0" dirty="0">
              <a:highlight>
                <a:srgbClr val="FFFF00"/>
              </a:highlight>
            </a:endParaRPr>
          </a:p>
        </p:txBody>
      </p:sp>
    </p:spTree>
    <p:extLst>
      <p:ext uri="{BB962C8B-B14F-4D97-AF65-F5344CB8AC3E}">
        <p14:creationId xmlns:p14="http://schemas.microsoft.com/office/powerpoint/2010/main" val="121023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E063-FA75-54D5-987D-D7AA43C84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3738D-9055-47C7-23AF-ECE303FFE120}"/>
              </a:ext>
            </a:extLst>
          </p:cNvPr>
          <p:cNvSpPr>
            <a:spLocks noGrp="1"/>
          </p:cNvSpPr>
          <p:nvPr>
            <p:ph type="title"/>
          </p:nvPr>
        </p:nvSpPr>
        <p:spPr/>
        <p:txBody>
          <a:bodyPr/>
          <a:lstStyle/>
          <a:p>
            <a:r>
              <a:rPr lang="en-US" noProof="0" dirty="0"/>
              <a:t>Our ability to deliver on our promises rests on three foundations</a:t>
            </a:r>
            <a:br>
              <a:rPr lang="en-US" noProof="0" dirty="0"/>
            </a:br>
            <a:br>
              <a:rPr lang="en-US" noProof="0" dirty="0"/>
            </a:br>
            <a:endParaRPr lang="en-US" noProof="0" dirty="0"/>
          </a:p>
        </p:txBody>
      </p:sp>
      <p:sp>
        <p:nvSpPr>
          <p:cNvPr id="4" name="Text Placeholder 3">
            <a:extLst>
              <a:ext uri="{FF2B5EF4-FFF2-40B4-BE49-F238E27FC236}">
                <a16:creationId xmlns:a16="http://schemas.microsoft.com/office/drawing/2014/main" id="{97F106C1-9678-2411-E3E7-A65CCF836EDF}"/>
              </a:ext>
            </a:extLst>
          </p:cNvPr>
          <p:cNvSpPr>
            <a:spLocks noGrp="1"/>
          </p:cNvSpPr>
          <p:nvPr>
            <p:ph type="body" sz="quarter" idx="4294967295"/>
          </p:nvPr>
        </p:nvSpPr>
        <p:spPr>
          <a:xfrm>
            <a:off x="6504591" y="2843652"/>
            <a:ext cx="2439557" cy="1391642"/>
          </a:xfrm>
        </p:spPr>
        <p:txBody>
          <a:bodyPr/>
          <a:lstStyle/>
          <a:p>
            <a:pPr>
              <a:lnSpc>
                <a:spcPct val="100000"/>
              </a:lnSpc>
            </a:pPr>
            <a:r>
              <a:rPr lang="en-US" noProof="0" dirty="0">
                <a:solidFill>
                  <a:schemeClr val="tx1"/>
                </a:solidFill>
              </a:rPr>
              <a:t>Acting for the planet, promoting responsible digital technology and valuing our differences, because sustainable transformation starts from within.</a:t>
            </a:r>
          </a:p>
        </p:txBody>
      </p:sp>
      <p:sp>
        <p:nvSpPr>
          <p:cNvPr id="7" name="Text Placeholder 6">
            <a:extLst>
              <a:ext uri="{FF2B5EF4-FFF2-40B4-BE49-F238E27FC236}">
                <a16:creationId xmlns:a16="http://schemas.microsoft.com/office/drawing/2014/main" id="{C3741D37-9CA8-CE9F-5767-F138539A1590}"/>
              </a:ext>
            </a:extLst>
          </p:cNvPr>
          <p:cNvSpPr>
            <a:spLocks noGrp="1"/>
          </p:cNvSpPr>
          <p:nvPr>
            <p:ph type="body" sz="quarter" idx="4294967295"/>
          </p:nvPr>
        </p:nvSpPr>
        <p:spPr>
          <a:xfrm>
            <a:off x="408761" y="2600311"/>
            <a:ext cx="2439557" cy="393700"/>
          </a:xfrm>
        </p:spPr>
        <p:txBody>
          <a:bodyPr/>
          <a:lstStyle/>
          <a:p>
            <a:r>
              <a:rPr lang="en-US" noProof="0" dirty="0"/>
              <a:t>Our recognized expertise</a:t>
            </a:r>
          </a:p>
        </p:txBody>
      </p:sp>
      <p:sp>
        <p:nvSpPr>
          <p:cNvPr id="6" name="Text Placeholder 5">
            <a:extLst>
              <a:ext uri="{FF2B5EF4-FFF2-40B4-BE49-F238E27FC236}">
                <a16:creationId xmlns:a16="http://schemas.microsoft.com/office/drawing/2014/main" id="{203677C3-2F8B-4F0C-0111-2CCE321CF50B}"/>
              </a:ext>
            </a:extLst>
          </p:cNvPr>
          <p:cNvSpPr>
            <a:spLocks noGrp="1"/>
          </p:cNvSpPr>
          <p:nvPr>
            <p:ph type="body" sz="quarter" idx="4294967295"/>
          </p:nvPr>
        </p:nvSpPr>
        <p:spPr>
          <a:xfrm>
            <a:off x="440218" y="2843652"/>
            <a:ext cx="2541436" cy="1651108"/>
          </a:xfrm>
        </p:spPr>
        <p:txBody>
          <a:bodyPr/>
          <a:lstStyle/>
          <a:p>
            <a:pPr>
              <a:lnSpc>
                <a:spcPct val="100000"/>
              </a:lnSpc>
            </a:pPr>
            <a:r>
              <a:rPr lang="en-US" noProof="0" dirty="0">
                <a:solidFill>
                  <a:schemeClr val="tx1"/>
                </a:solidFill>
              </a:rPr>
              <a:t>A unique combination of technical depth, analyst recognition and a world-class partner ecosystem acknowledged across networks, cloud, cybersecurity, data &amp; AI.</a:t>
            </a:r>
          </a:p>
        </p:txBody>
      </p:sp>
      <p:sp>
        <p:nvSpPr>
          <p:cNvPr id="5" name="Text Placeholder 4">
            <a:extLst>
              <a:ext uri="{FF2B5EF4-FFF2-40B4-BE49-F238E27FC236}">
                <a16:creationId xmlns:a16="http://schemas.microsoft.com/office/drawing/2014/main" id="{70D80BB9-1CEA-F297-5412-49C6A10771F5}"/>
              </a:ext>
            </a:extLst>
          </p:cNvPr>
          <p:cNvSpPr>
            <a:spLocks noGrp="1"/>
          </p:cNvSpPr>
          <p:nvPr>
            <p:ph type="body" sz="quarter" idx="4294967295"/>
          </p:nvPr>
        </p:nvSpPr>
        <p:spPr>
          <a:xfrm>
            <a:off x="6504591" y="2600311"/>
            <a:ext cx="1995487" cy="195263"/>
          </a:xfrm>
        </p:spPr>
        <p:txBody>
          <a:bodyPr/>
          <a:lstStyle/>
          <a:p>
            <a:r>
              <a:rPr lang="en-US" noProof="0" dirty="0"/>
              <a:t>Our commitments</a:t>
            </a:r>
          </a:p>
          <a:p>
            <a:endParaRPr lang="en-US" noProof="0" dirty="0"/>
          </a:p>
        </p:txBody>
      </p:sp>
      <p:sp>
        <p:nvSpPr>
          <p:cNvPr id="9" name="Text Placeholder 8">
            <a:extLst>
              <a:ext uri="{FF2B5EF4-FFF2-40B4-BE49-F238E27FC236}">
                <a16:creationId xmlns:a16="http://schemas.microsoft.com/office/drawing/2014/main" id="{61C7E054-AD0B-F46A-B547-EF6FE12E94C9}"/>
              </a:ext>
            </a:extLst>
          </p:cNvPr>
          <p:cNvSpPr>
            <a:spLocks noGrp="1"/>
          </p:cNvSpPr>
          <p:nvPr>
            <p:ph type="body" sz="quarter" idx="4294967295"/>
          </p:nvPr>
        </p:nvSpPr>
        <p:spPr>
          <a:xfrm>
            <a:off x="3383375" y="2600311"/>
            <a:ext cx="2000250" cy="155575"/>
          </a:xfrm>
        </p:spPr>
        <p:txBody>
          <a:bodyPr/>
          <a:lstStyle/>
          <a:p>
            <a:r>
              <a:rPr lang="en-US" noProof="0" dirty="0"/>
              <a:t>Our people &amp; culture</a:t>
            </a:r>
          </a:p>
        </p:txBody>
      </p:sp>
      <p:sp>
        <p:nvSpPr>
          <p:cNvPr id="8" name="Text Placeholder 7">
            <a:extLst>
              <a:ext uri="{FF2B5EF4-FFF2-40B4-BE49-F238E27FC236}">
                <a16:creationId xmlns:a16="http://schemas.microsoft.com/office/drawing/2014/main" id="{8FA3623F-054D-D1E5-344F-26DBDC973DC2}"/>
              </a:ext>
            </a:extLst>
          </p:cNvPr>
          <p:cNvSpPr>
            <a:spLocks noGrp="1"/>
          </p:cNvSpPr>
          <p:nvPr>
            <p:ph type="body" sz="quarter" idx="4294967295"/>
          </p:nvPr>
        </p:nvSpPr>
        <p:spPr>
          <a:xfrm>
            <a:off x="3386550" y="2843652"/>
            <a:ext cx="2503167" cy="1081194"/>
          </a:xfrm>
        </p:spPr>
        <p:txBody>
          <a:bodyPr/>
          <a:lstStyle/>
          <a:p>
            <a:pPr>
              <a:lnSpc>
                <a:spcPct val="100000"/>
              </a:lnSpc>
            </a:pPr>
            <a:r>
              <a:rPr lang="en-US" noProof="0" dirty="0">
                <a:solidFill>
                  <a:schemeClr val="tx1"/>
                </a:solidFill>
              </a:rPr>
              <a:t>30,000 employees, experts in B2B, united around 3 shared values and committed every day.</a:t>
            </a:r>
          </a:p>
        </p:txBody>
      </p:sp>
      <p:pic>
        <p:nvPicPr>
          <p:cNvPr id="13" name="Graphique 38" descr="Interface utilisateur ou expérience utilisateur avec un remplissage uni">
            <a:extLst>
              <a:ext uri="{FF2B5EF4-FFF2-40B4-BE49-F238E27FC236}">
                <a16:creationId xmlns:a16="http://schemas.microsoft.com/office/drawing/2014/main" id="{AB106204-6B74-E042-EC43-8598D759FC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8886" y="1282794"/>
            <a:ext cx="1162668" cy="1162668"/>
          </a:xfrm>
          <a:prstGeom prst="rect">
            <a:avLst/>
          </a:prstGeom>
        </p:spPr>
      </p:pic>
      <p:pic>
        <p:nvPicPr>
          <p:cNvPr id="14" name="Graphique 42" descr="Cercles avec flèches avec un remplissage uni">
            <a:extLst>
              <a:ext uri="{FF2B5EF4-FFF2-40B4-BE49-F238E27FC236}">
                <a16:creationId xmlns:a16="http://schemas.microsoft.com/office/drawing/2014/main" id="{5A20C83B-224F-7465-95C7-DDE9D94F46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64466" y="1282793"/>
            <a:ext cx="1162669" cy="1162669"/>
          </a:xfrm>
          <a:prstGeom prst="rect">
            <a:avLst/>
          </a:prstGeom>
        </p:spPr>
      </p:pic>
      <p:cxnSp>
        <p:nvCxnSpPr>
          <p:cNvPr id="3" name="Straight Connector 2">
            <a:extLst>
              <a:ext uri="{FF2B5EF4-FFF2-40B4-BE49-F238E27FC236}">
                <a16:creationId xmlns:a16="http://schemas.microsoft.com/office/drawing/2014/main" id="{0925163E-A49F-25E1-A092-67F7CF94B5EB}"/>
              </a:ext>
            </a:extLst>
          </p:cNvPr>
          <p:cNvCxnSpPr>
            <a:cxnSpLocks/>
          </p:cNvCxnSpPr>
          <p:nvPr/>
        </p:nvCxnSpPr>
        <p:spPr>
          <a:xfrm>
            <a:off x="2987824" y="1487512"/>
            <a:ext cx="0" cy="2812430"/>
          </a:xfrm>
          <a:prstGeom prst="line">
            <a:avLst/>
          </a:prstGeom>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ADF6C1EA-79CA-9370-2A29-83FADE027B20}"/>
              </a:ext>
            </a:extLst>
          </p:cNvPr>
          <p:cNvCxnSpPr>
            <a:cxnSpLocks/>
          </p:cNvCxnSpPr>
          <p:nvPr/>
        </p:nvCxnSpPr>
        <p:spPr>
          <a:xfrm>
            <a:off x="6150124" y="1487512"/>
            <a:ext cx="0" cy="2812430"/>
          </a:xfrm>
          <a:prstGeom prst="line">
            <a:avLst/>
          </a:prstGeom>
          <a:ln/>
        </p:spPr>
        <p:style>
          <a:lnRef idx="1">
            <a:schemeClr val="dk1"/>
          </a:lnRef>
          <a:fillRef idx="0">
            <a:schemeClr val="dk1"/>
          </a:fillRef>
          <a:effectRef idx="0">
            <a:schemeClr val="dk1"/>
          </a:effectRef>
          <a:fontRef idx="minor">
            <a:schemeClr val="tx1"/>
          </a:fontRef>
        </p:style>
      </p:cxnSp>
      <p:pic>
        <p:nvPicPr>
          <p:cNvPr id="15" name="Graphique 14">
            <a:extLst>
              <a:ext uri="{FF2B5EF4-FFF2-40B4-BE49-F238E27FC236}">
                <a16:creationId xmlns:a16="http://schemas.microsoft.com/office/drawing/2014/main" id="{4630475C-3926-103F-B090-6CF4634E93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02166" y="1217210"/>
            <a:ext cx="1162668" cy="1162668"/>
          </a:xfrm>
          <a:prstGeom prst="rect">
            <a:avLst/>
          </a:prstGeom>
        </p:spPr>
      </p:pic>
    </p:spTree>
    <p:extLst>
      <p:ext uri="{BB962C8B-B14F-4D97-AF65-F5344CB8AC3E}">
        <p14:creationId xmlns:p14="http://schemas.microsoft.com/office/powerpoint/2010/main" val="129897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CCEA7-BBF9-ECC8-597B-E4A6837D248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72A8640-2CC4-00F1-778C-4AF19E727A5A}"/>
              </a:ext>
            </a:extLst>
          </p:cNvPr>
          <p:cNvSpPr>
            <a:spLocks noGrp="1"/>
          </p:cNvSpPr>
          <p:nvPr>
            <p:ph idx="1"/>
          </p:nvPr>
        </p:nvSpPr>
        <p:spPr>
          <a:xfrm>
            <a:off x="569914" y="1755375"/>
            <a:ext cx="3714056" cy="584377"/>
          </a:xfrm>
        </p:spPr>
        <p:txBody>
          <a:bodyPr/>
          <a:lstStyle/>
          <a:p>
            <a:pPr marL="12685" marR="5074" lvl="0" defTabSz="913303">
              <a:lnSpc>
                <a:spcPct val="100000"/>
              </a:lnSpc>
              <a:buClrTx/>
              <a:buSzTx/>
              <a:defRPr/>
            </a:pPr>
            <a:r>
              <a:rPr lang="en-US" b="0" noProof="0" dirty="0">
                <a:solidFill>
                  <a:srgbClr val="FFFFFF"/>
                </a:solidFill>
                <a:cs typeface="Helvetica Neue"/>
              </a:rPr>
              <a:t>In 2025, Orange Business was mentioned in </a:t>
            </a:r>
            <a:r>
              <a:rPr lang="en-US" b="0" noProof="0" dirty="0">
                <a:solidFill>
                  <a:srgbClr val="FF7900"/>
                </a:solidFill>
                <a:cs typeface="Helvetica Neue"/>
              </a:rPr>
              <a:t>158 analysts' publications.</a:t>
            </a:r>
          </a:p>
        </p:txBody>
      </p:sp>
      <p:sp>
        <p:nvSpPr>
          <p:cNvPr id="2" name="Title 1">
            <a:extLst>
              <a:ext uri="{FF2B5EF4-FFF2-40B4-BE49-F238E27FC236}">
                <a16:creationId xmlns:a16="http://schemas.microsoft.com/office/drawing/2014/main" id="{BAE5EF2D-5885-3EAF-E962-96188DEA667F}"/>
              </a:ext>
            </a:extLst>
          </p:cNvPr>
          <p:cNvSpPr>
            <a:spLocks noGrp="1"/>
          </p:cNvSpPr>
          <p:nvPr>
            <p:ph type="title"/>
          </p:nvPr>
        </p:nvSpPr>
        <p:spPr>
          <a:xfrm>
            <a:off x="569913" y="571500"/>
            <a:ext cx="4002087" cy="848122"/>
          </a:xfrm>
        </p:spPr>
        <p:txBody>
          <a:bodyPr/>
          <a:lstStyle/>
          <a:p>
            <a:pPr>
              <a:lnSpc>
                <a:spcPct val="100000"/>
              </a:lnSpc>
              <a:defRPr/>
            </a:pPr>
            <a:r>
              <a:rPr lang="en-US" noProof="0" dirty="0">
                <a:solidFill>
                  <a:srgbClr val="FF7900"/>
                </a:solidFill>
              </a:rPr>
              <a:t>Our expertise is recognized by analysts and partners at every stage of the digital value chain</a:t>
            </a:r>
          </a:p>
        </p:txBody>
      </p:sp>
      <p:pic>
        <p:nvPicPr>
          <p:cNvPr id="6" name="Image 31">
            <a:extLst>
              <a:ext uri="{FF2B5EF4-FFF2-40B4-BE49-F238E27FC236}">
                <a16:creationId xmlns:a16="http://schemas.microsoft.com/office/drawing/2014/main" id="{C8691FF2-516D-406A-17B2-2A24AFBEF97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84282" y="2399395"/>
            <a:ext cx="744918" cy="744918"/>
          </a:xfrm>
          <a:prstGeom prst="rect">
            <a:avLst/>
          </a:prstGeom>
        </p:spPr>
      </p:pic>
      <p:sp>
        <p:nvSpPr>
          <p:cNvPr id="12" name="ZoneTexte 14">
            <a:extLst>
              <a:ext uri="{FF2B5EF4-FFF2-40B4-BE49-F238E27FC236}">
                <a16:creationId xmlns:a16="http://schemas.microsoft.com/office/drawing/2014/main" id="{EFF9D03D-C342-E21A-A931-13C97AF19792}"/>
              </a:ext>
            </a:extLst>
          </p:cNvPr>
          <p:cNvSpPr txBox="1"/>
          <p:nvPr/>
        </p:nvSpPr>
        <p:spPr>
          <a:xfrm>
            <a:off x="1291157" y="2564769"/>
            <a:ext cx="2758991" cy="553998"/>
          </a:xfrm>
          <a:prstGeom prst="rect">
            <a:avLst/>
          </a:prstGeom>
          <a:noFill/>
        </p:spPr>
        <p:txBody>
          <a:bodyPr wrap="square" lIns="0" tIns="0" rIns="0" bIns="0" rtlCol="0">
            <a:spAutoFit/>
          </a:bodyPr>
          <a:lstStyle/>
          <a:p>
            <a:pPr marL="0" marR="0" lvl="0" indent="0" defTabSz="914400" rtl="0" eaLnBrk="1" fontAlgn="auto" latinLnBrk="0" hangingPunct="1">
              <a:lnSpc>
                <a:spcPct val="90000"/>
              </a:lnSpc>
              <a:spcBef>
                <a:spcPts val="600"/>
              </a:spcBef>
              <a:spcAft>
                <a:spcPts val="0"/>
              </a:spcAft>
              <a:buClrTx/>
              <a:buSzTx/>
              <a:buFontTx/>
              <a:buNone/>
              <a:tabLst/>
              <a:defRPr/>
            </a:pPr>
            <a:r>
              <a:rPr kumimoji="0" lang="en-US" sz="2000" b="0" i="0" u="none" strike="noStrike" kern="1200" cap="none" spc="-20" normalizeH="0" baseline="0" noProof="0" dirty="0">
                <a:ln>
                  <a:noFill/>
                </a:ln>
                <a:solidFill>
                  <a:schemeClr val="bg2"/>
                </a:solidFill>
                <a:effectLst/>
                <a:uLnTx/>
                <a:uFillTx/>
                <a:ea typeface="+mn-ea"/>
                <a:cs typeface="+mn-cs"/>
              </a:rPr>
              <a:t>Leader in 56 reports</a:t>
            </a:r>
            <a:r>
              <a:rPr lang="en-US" sz="2000" spc="-20" noProof="0" dirty="0">
                <a:solidFill>
                  <a:schemeClr val="bg2"/>
                </a:solidFill>
              </a:rPr>
              <a:t>, among which: </a:t>
            </a:r>
            <a:endParaRPr kumimoji="0" lang="en-US" sz="2000" b="0" i="0" u="none" strike="noStrike" kern="1200" cap="none" spc="-20" normalizeH="0" baseline="0" noProof="0" dirty="0">
              <a:ln>
                <a:noFill/>
              </a:ln>
              <a:solidFill>
                <a:schemeClr val="bg2"/>
              </a:solidFill>
              <a:effectLst/>
              <a:uLnTx/>
              <a:uFillTx/>
              <a:ea typeface="+mn-ea"/>
              <a:cs typeface="+mn-cs"/>
            </a:endParaRPr>
          </a:p>
        </p:txBody>
      </p:sp>
      <p:sp>
        <p:nvSpPr>
          <p:cNvPr id="15" name="Titre 1">
            <a:extLst>
              <a:ext uri="{FF2B5EF4-FFF2-40B4-BE49-F238E27FC236}">
                <a16:creationId xmlns:a16="http://schemas.microsoft.com/office/drawing/2014/main" id="{EF13B8CF-3873-3FCD-F8B1-5750BB8BB2F5}"/>
              </a:ext>
            </a:extLst>
          </p:cNvPr>
          <p:cNvSpPr txBox="1">
            <a:spLocks/>
          </p:cNvSpPr>
          <p:nvPr/>
        </p:nvSpPr>
        <p:spPr>
          <a:xfrm>
            <a:off x="6058059" y="605299"/>
            <a:ext cx="1359559" cy="369331"/>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90000"/>
              </a:lnSpc>
              <a:spcBef>
                <a:spcPct val="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latin typeface="+mn-lt"/>
                <a:ea typeface="+mj-ea"/>
                <a:cs typeface="+mj-cs"/>
              </a:rPr>
              <a:t>Partner Status at a glance</a:t>
            </a:r>
          </a:p>
        </p:txBody>
      </p:sp>
      <p:pic>
        <p:nvPicPr>
          <p:cNvPr id="16" name="Picture 40" descr="Médaille 5.png">
            <a:extLst>
              <a:ext uri="{FF2B5EF4-FFF2-40B4-BE49-F238E27FC236}">
                <a16:creationId xmlns:a16="http://schemas.microsoft.com/office/drawing/2014/main" id="{B3396FB1-47AB-577F-B50F-62D90984CC4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570230"/>
            <a:ext cx="412916" cy="445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 name="Titre 1">
            <a:extLst>
              <a:ext uri="{FF2B5EF4-FFF2-40B4-BE49-F238E27FC236}">
                <a16:creationId xmlns:a16="http://schemas.microsoft.com/office/drawing/2014/main" id="{BBA708E5-825C-4BE7-D3F0-145D4C30130E}"/>
              </a:ext>
            </a:extLst>
          </p:cNvPr>
          <p:cNvSpPr txBox="1">
            <a:spLocks/>
          </p:cNvSpPr>
          <p:nvPr/>
        </p:nvSpPr>
        <p:spPr>
          <a:xfrm>
            <a:off x="5520824" y="1805218"/>
            <a:ext cx="1359559"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ea typeface="+mj-ea"/>
                <a:cs typeface="+mj-cs"/>
              </a:rPr>
              <a:t>Cisco</a:t>
            </a: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ea typeface="+mj-ea"/>
                <a:cs typeface="+mj-cs"/>
              </a:rPr>
              <a:t>Global Gold Partner</a:t>
            </a:r>
          </a:p>
        </p:txBody>
      </p:sp>
      <p:sp>
        <p:nvSpPr>
          <p:cNvPr id="18" name="Titre 1">
            <a:extLst>
              <a:ext uri="{FF2B5EF4-FFF2-40B4-BE49-F238E27FC236}">
                <a16:creationId xmlns:a16="http://schemas.microsoft.com/office/drawing/2014/main" id="{5BBFFE19-547D-E810-CE09-941B1FA46F01}"/>
              </a:ext>
            </a:extLst>
          </p:cNvPr>
          <p:cNvSpPr txBox="1">
            <a:spLocks/>
          </p:cNvSpPr>
          <p:nvPr/>
        </p:nvSpPr>
        <p:spPr>
          <a:xfrm>
            <a:off x="5520824" y="1258956"/>
            <a:ext cx="1623486" cy="369332"/>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AWS</a:t>
            </a:r>
          </a:p>
          <a:p>
            <a:pPr lvl="0" defTabSz="914310">
              <a:lnSpc>
                <a:spcPct val="100000"/>
              </a:lnSpc>
              <a:defRPr/>
            </a:pPr>
            <a:r>
              <a:rPr lang="en-US" sz="800" noProof="0" dirty="0">
                <a:solidFill>
                  <a:srgbClr val="FFFFFF"/>
                </a:solidFill>
                <a:latin typeface="+mn-lt"/>
              </a:rPr>
              <a:t>Advanced Partner </a:t>
            </a:r>
          </a:p>
          <a:p>
            <a:pPr lvl="0" defTabSz="914310">
              <a:lnSpc>
                <a:spcPct val="100000"/>
              </a:lnSpc>
              <a:defRPr/>
            </a:pPr>
            <a:r>
              <a:rPr lang="en-US" sz="800" noProof="0" dirty="0">
                <a:latin typeface="+mn-lt"/>
              </a:rPr>
              <a:t>Managed Service Provider (MSP)</a:t>
            </a:r>
            <a:endParaRPr lang="en-US" sz="800" noProof="0" dirty="0">
              <a:solidFill>
                <a:srgbClr val="FFFFFF"/>
              </a:solidFill>
              <a:latin typeface="+mn-lt"/>
            </a:endParaRPr>
          </a:p>
        </p:txBody>
      </p:sp>
      <p:sp>
        <p:nvSpPr>
          <p:cNvPr id="19" name="Titre 1">
            <a:extLst>
              <a:ext uri="{FF2B5EF4-FFF2-40B4-BE49-F238E27FC236}">
                <a16:creationId xmlns:a16="http://schemas.microsoft.com/office/drawing/2014/main" id="{76848CB1-DF67-3EFC-92DC-3293624CF8F2}"/>
              </a:ext>
            </a:extLst>
          </p:cNvPr>
          <p:cNvSpPr txBox="1">
            <a:spLocks/>
          </p:cNvSpPr>
          <p:nvPr/>
        </p:nvSpPr>
        <p:spPr>
          <a:xfrm>
            <a:off x="5520824" y="2715766"/>
            <a:ext cx="1276889" cy="369332"/>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Fortinet</a:t>
            </a:r>
          </a:p>
          <a:p>
            <a:pPr defTabSz="914310">
              <a:lnSpc>
                <a:spcPct val="100000"/>
              </a:lnSpc>
              <a:defRPr/>
            </a:pPr>
            <a:r>
              <a:rPr lang="en-US" sz="800" noProof="0" dirty="0">
                <a:solidFill>
                  <a:srgbClr val="FFFFFF"/>
                </a:solidFill>
                <a:latin typeface="+mn-lt"/>
              </a:rPr>
              <a:t>Regional Expert partner EMEA, AME, APAC</a:t>
            </a:r>
          </a:p>
        </p:txBody>
      </p:sp>
      <p:sp>
        <p:nvSpPr>
          <p:cNvPr id="20" name="Titre 1">
            <a:extLst>
              <a:ext uri="{FF2B5EF4-FFF2-40B4-BE49-F238E27FC236}">
                <a16:creationId xmlns:a16="http://schemas.microsoft.com/office/drawing/2014/main" id="{0F1CB53D-A7F0-D958-B13F-119ADF7281B6}"/>
              </a:ext>
            </a:extLst>
          </p:cNvPr>
          <p:cNvSpPr txBox="1">
            <a:spLocks/>
          </p:cNvSpPr>
          <p:nvPr/>
        </p:nvSpPr>
        <p:spPr>
          <a:xfrm>
            <a:off x="7279080" y="2715766"/>
            <a:ext cx="1276888" cy="369332"/>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Palo Alto Networks</a:t>
            </a:r>
          </a:p>
          <a:p>
            <a:pPr defTabSz="914310">
              <a:lnSpc>
                <a:spcPct val="100000"/>
              </a:lnSpc>
              <a:defRPr/>
            </a:pPr>
            <a:r>
              <a:rPr lang="en-US" sz="800" noProof="0" dirty="0">
                <a:solidFill>
                  <a:srgbClr val="FFFFFF"/>
                </a:solidFill>
                <a:latin typeface="+mn-lt"/>
              </a:rPr>
              <a:t>Diamond</a:t>
            </a:r>
          </a:p>
          <a:p>
            <a:pPr defTabSz="914310">
              <a:lnSpc>
                <a:spcPct val="100000"/>
              </a:lnSpc>
              <a:defRPr/>
            </a:pPr>
            <a:r>
              <a:rPr lang="en-US" sz="800" noProof="0" dirty="0">
                <a:solidFill>
                  <a:srgbClr val="FFFFFF"/>
                </a:solidFill>
                <a:latin typeface="+mn-lt"/>
              </a:rPr>
              <a:t>#1 EMEA Partner</a:t>
            </a:r>
          </a:p>
        </p:txBody>
      </p:sp>
      <p:sp>
        <p:nvSpPr>
          <p:cNvPr id="21" name="Titre 1">
            <a:extLst>
              <a:ext uri="{FF2B5EF4-FFF2-40B4-BE49-F238E27FC236}">
                <a16:creationId xmlns:a16="http://schemas.microsoft.com/office/drawing/2014/main" id="{69BD401D-D210-057B-D915-F178DC2C8B49}"/>
              </a:ext>
            </a:extLst>
          </p:cNvPr>
          <p:cNvSpPr txBox="1">
            <a:spLocks/>
          </p:cNvSpPr>
          <p:nvPr/>
        </p:nvSpPr>
        <p:spPr>
          <a:xfrm>
            <a:off x="7279080" y="1258956"/>
            <a:ext cx="946418" cy="369332"/>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Microsoft</a:t>
            </a:r>
            <a:endParaRPr kumimoji="0" lang="en-US" sz="800" b="0" i="0" u="none" strike="noStrike" kern="1200" cap="none" spc="-20" normalizeH="0" baseline="0" noProof="0" dirty="0">
              <a:ln>
                <a:noFill/>
              </a:ln>
              <a:solidFill>
                <a:srgbClr val="FF7900"/>
              </a:solidFill>
              <a:effectLst/>
              <a:uLnTx/>
              <a:uFillTx/>
              <a:latin typeface="+mn-lt"/>
              <a:ea typeface="Helvetica Neue" charset="0"/>
              <a:cs typeface="Helvetica Neue" charset="0"/>
            </a:endParaRP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rPr>
              <a:t>Gold (MAICPP)</a:t>
            </a:r>
          </a:p>
          <a:p>
            <a:pPr marL="0" marR="0" lvl="0" indent="0" algn="l" defTabSz="914310" rtl="0" eaLnBrk="1" fontAlgn="auto" latinLnBrk="0" hangingPunct="1">
              <a:lnSpc>
                <a:spcPct val="100000"/>
              </a:lnSpc>
              <a:spcBef>
                <a:spcPct val="0"/>
              </a:spcBef>
              <a:spcAft>
                <a:spcPts val="0"/>
              </a:spcAft>
              <a:buClrTx/>
              <a:buSzTx/>
              <a:buFontTx/>
              <a:buNone/>
              <a:tabLst/>
              <a:defRPr/>
            </a:pPr>
            <a:r>
              <a:rPr lang="en-US" sz="800" noProof="0" dirty="0">
                <a:solidFill>
                  <a:srgbClr val="FFFFFF"/>
                </a:solidFill>
                <a:latin typeface="+mn-lt"/>
              </a:rPr>
              <a:t>Partner of the year</a:t>
            </a:r>
            <a:endParaRPr kumimoji="0" lang="en-US" sz="800" b="0" i="0" u="none" strike="noStrike" kern="1200" cap="none" spc="-20" normalizeH="0" baseline="0" noProof="0" dirty="0">
              <a:ln>
                <a:noFill/>
              </a:ln>
              <a:solidFill>
                <a:srgbClr val="FFFFFF"/>
              </a:solidFill>
              <a:effectLst/>
              <a:uLnTx/>
              <a:uFillTx/>
              <a:latin typeface="+mn-lt"/>
            </a:endParaRPr>
          </a:p>
        </p:txBody>
      </p:sp>
      <p:sp>
        <p:nvSpPr>
          <p:cNvPr id="22" name="Titre 1">
            <a:extLst>
              <a:ext uri="{FF2B5EF4-FFF2-40B4-BE49-F238E27FC236}">
                <a16:creationId xmlns:a16="http://schemas.microsoft.com/office/drawing/2014/main" id="{3B28C776-B3FA-6C1D-1801-B6FEEAF3FD4C}"/>
              </a:ext>
            </a:extLst>
          </p:cNvPr>
          <p:cNvSpPr txBox="1">
            <a:spLocks/>
          </p:cNvSpPr>
          <p:nvPr/>
        </p:nvSpPr>
        <p:spPr>
          <a:xfrm>
            <a:off x="5520824" y="3261633"/>
            <a:ext cx="1367784"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Genesys</a:t>
            </a:r>
            <a:endParaRPr kumimoji="0" lang="en-US" sz="800" b="0" i="0" u="none" strike="noStrike" kern="1200" cap="none" spc="-20" normalizeH="0" baseline="0" noProof="0" dirty="0">
              <a:ln>
                <a:noFill/>
              </a:ln>
              <a:solidFill>
                <a:srgbClr val="FF7900"/>
              </a:solidFill>
              <a:effectLst/>
              <a:uLnTx/>
              <a:uFillTx/>
              <a:latin typeface="+mn-lt"/>
              <a:ea typeface="Helvetica Neue" charset="0"/>
              <a:cs typeface="Helvetica Neue" charset="0"/>
            </a:endParaRP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rPr>
              <a:t>Elite</a:t>
            </a:r>
          </a:p>
        </p:txBody>
      </p:sp>
      <p:sp>
        <p:nvSpPr>
          <p:cNvPr id="23" name="Titre 1">
            <a:extLst>
              <a:ext uri="{FF2B5EF4-FFF2-40B4-BE49-F238E27FC236}">
                <a16:creationId xmlns:a16="http://schemas.microsoft.com/office/drawing/2014/main" id="{A2B575CF-A578-C3C1-D911-3CAE0BC411A5}"/>
              </a:ext>
            </a:extLst>
          </p:cNvPr>
          <p:cNvSpPr txBox="1">
            <a:spLocks/>
          </p:cNvSpPr>
          <p:nvPr/>
        </p:nvSpPr>
        <p:spPr>
          <a:xfrm>
            <a:off x="7279080" y="2227040"/>
            <a:ext cx="1276888" cy="344710"/>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NVIDIA</a:t>
            </a:r>
          </a:p>
          <a:p>
            <a:r>
              <a:rPr lang="en-US" sz="800" noProof="0" dirty="0">
                <a:latin typeface="+mn-lt"/>
              </a:rPr>
              <a:t>Registered (Cloud Services and Solutions provider)</a:t>
            </a:r>
          </a:p>
        </p:txBody>
      </p:sp>
      <p:sp>
        <p:nvSpPr>
          <p:cNvPr id="24" name="Titre 1">
            <a:extLst>
              <a:ext uri="{FF2B5EF4-FFF2-40B4-BE49-F238E27FC236}">
                <a16:creationId xmlns:a16="http://schemas.microsoft.com/office/drawing/2014/main" id="{F9405D57-F7AC-2B98-8C58-00A74CB1A97B}"/>
              </a:ext>
            </a:extLst>
          </p:cNvPr>
          <p:cNvSpPr txBox="1">
            <a:spLocks/>
          </p:cNvSpPr>
          <p:nvPr/>
        </p:nvSpPr>
        <p:spPr>
          <a:xfrm>
            <a:off x="7279080" y="3651870"/>
            <a:ext cx="1276888"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ea typeface="+mj-ea"/>
                <a:cs typeface="+mj-cs"/>
              </a:rPr>
              <a:t>ServiceNow</a:t>
            </a: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ea typeface="+mj-ea"/>
                <a:cs typeface="+mj-cs"/>
              </a:rPr>
              <a:t>Elite</a:t>
            </a:r>
          </a:p>
        </p:txBody>
      </p:sp>
      <p:sp>
        <p:nvSpPr>
          <p:cNvPr id="25" name="Titre 1">
            <a:extLst>
              <a:ext uri="{FF2B5EF4-FFF2-40B4-BE49-F238E27FC236}">
                <a16:creationId xmlns:a16="http://schemas.microsoft.com/office/drawing/2014/main" id="{9B80A2B7-7C26-B972-5318-8CA3D6ECD6E9}"/>
              </a:ext>
            </a:extLst>
          </p:cNvPr>
          <p:cNvSpPr txBox="1">
            <a:spLocks/>
          </p:cNvSpPr>
          <p:nvPr/>
        </p:nvSpPr>
        <p:spPr>
          <a:xfrm>
            <a:off x="5520824" y="4083918"/>
            <a:ext cx="1367784"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HPE</a:t>
            </a:r>
          </a:p>
          <a:p>
            <a:pPr lvl="0" defTabSz="914310">
              <a:lnSpc>
                <a:spcPct val="100000"/>
              </a:lnSpc>
              <a:defRPr/>
            </a:pPr>
            <a:r>
              <a:rPr lang="en-US" sz="800" noProof="0" dirty="0">
                <a:latin typeface="+mn-lt"/>
              </a:rPr>
              <a:t>Platinum (Cloud &amp; Network)</a:t>
            </a:r>
            <a:endParaRPr kumimoji="0" lang="en-US" sz="800" b="0" i="0" u="none" strike="noStrike" kern="1200" cap="none" spc="-20" normalizeH="0" baseline="0" noProof="0" dirty="0">
              <a:ln>
                <a:noFill/>
              </a:ln>
              <a:solidFill>
                <a:srgbClr val="FFFFFF"/>
              </a:solidFill>
              <a:effectLst/>
              <a:uLnTx/>
              <a:uFillTx/>
              <a:latin typeface="+mn-lt"/>
              <a:ea typeface="Helvetica Neue" charset="0"/>
              <a:cs typeface="Helvetica Neue" charset="0"/>
            </a:endParaRPr>
          </a:p>
        </p:txBody>
      </p:sp>
      <p:sp>
        <p:nvSpPr>
          <p:cNvPr id="26" name="Titre 1">
            <a:extLst>
              <a:ext uri="{FF2B5EF4-FFF2-40B4-BE49-F238E27FC236}">
                <a16:creationId xmlns:a16="http://schemas.microsoft.com/office/drawing/2014/main" id="{BC9ABE27-07BA-574F-26BE-EB0BE87D6CD6}"/>
              </a:ext>
            </a:extLst>
          </p:cNvPr>
          <p:cNvSpPr txBox="1">
            <a:spLocks/>
          </p:cNvSpPr>
          <p:nvPr/>
        </p:nvSpPr>
        <p:spPr>
          <a:xfrm>
            <a:off x="5520824" y="3651870"/>
            <a:ext cx="1577537"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Google Cloud</a:t>
            </a:r>
            <a:endParaRPr kumimoji="0" lang="en-US" sz="800" b="0" i="0" u="none" strike="noStrike" kern="1200" cap="none" spc="-20" normalizeH="0" baseline="0" noProof="0" dirty="0">
              <a:ln>
                <a:noFill/>
              </a:ln>
              <a:solidFill>
                <a:srgbClr val="FF7900"/>
              </a:solidFill>
              <a:effectLst/>
              <a:uLnTx/>
              <a:uFillTx/>
              <a:latin typeface="+mn-lt"/>
              <a:ea typeface="Helvetica Neue" charset="0"/>
              <a:cs typeface="Helvetica Neue" charset="0"/>
            </a:endParaRPr>
          </a:p>
          <a:p>
            <a:pPr marL="0" marR="0" lvl="0" indent="0" algn="l" defTabSz="909023" rtl="0" eaLnBrk="1" fontAlgn="auto" latinLnBrk="0" hangingPunct="1">
              <a:lnSpc>
                <a:spcPct val="100000"/>
              </a:lnSpc>
              <a:spcBef>
                <a:spcPts val="0"/>
              </a:spcBef>
              <a:spcAft>
                <a:spcPts val="0"/>
              </a:spcAft>
              <a:buClrTx/>
              <a:buSzTx/>
              <a:buFontTx/>
              <a:buNone/>
              <a:tabLst/>
              <a:defRPr/>
            </a:pPr>
            <a:r>
              <a:rPr lang="en-US" sz="800" noProof="0" dirty="0">
                <a:solidFill>
                  <a:srgbClr val="FFFFFF"/>
                </a:solidFill>
                <a:latin typeface="+mn-lt"/>
              </a:rPr>
              <a:t>Premier</a:t>
            </a:r>
            <a:endParaRPr kumimoji="0" lang="en-US" sz="800" b="0" i="0" u="none" strike="noStrike" kern="1200" cap="none" spc="-20" normalizeH="0" baseline="0" noProof="0" dirty="0">
              <a:ln>
                <a:noFill/>
              </a:ln>
              <a:solidFill>
                <a:srgbClr val="FFFFFF"/>
              </a:solidFill>
              <a:effectLst/>
              <a:uLnTx/>
              <a:uFillTx/>
              <a:latin typeface="+mn-lt"/>
            </a:endParaRPr>
          </a:p>
        </p:txBody>
      </p:sp>
      <p:sp>
        <p:nvSpPr>
          <p:cNvPr id="27" name="Titre 1">
            <a:extLst>
              <a:ext uri="{FF2B5EF4-FFF2-40B4-BE49-F238E27FC236}">
                <a16:creationId xmlns:a16="http://schemas.microsoft.com/office/drawing/2014/main" id="{BEFAD368-6304-EDA1-8E8C-9AFCBAF5A19F}"/>
              </a:ext>
            </a:extLst>
          </p:cNvPr>
          <p:cNvSpPr txBox="1">
            <a:spLocks/>
          </p:cNvSpPr>
          <p:nvPr/>
        </p:nvSpPr>
        <p:spPr>
          <a:xfrm>
            <a:off x="7279080" y="1821473"/>
            <a:ext cx="626787"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NiCE</a:t>
            </a:r>
            <a:endParaRPr kumimoji="0" lang="en-US" sz="800" b="0" i="0" u="none" strike="noStrike" kern="1200" cap="none" spc="-20" normalizeH="0" baseline="0" noProof="0" dirty="0">
              <a:ln>
                <a:noFill/>
              </a:ln>
              <a:solidFill>
                <a:srgbClr val="FF7900"/>
              </a:solidFill>
              <a:effectLst/>
              <a:uLnTx/>
              <a:uFillTx/>
              <a:latin typeface="+mn-lt"/>
              <a:ea typeface="Helvetica Neue" charset="0"/>
              <a:cs typeface="Helvetica Neue" charset="0"/>
            </a:endParaRP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rPr>
              <a:t>Platinum </a:t>
            </a:r>
          </a:p>
        </p:txBody>
      </p:sp>
      <p:sp>
        <p:nvSpPr>
          <p:cNvPr id="28" name="Titre 1">
            <a:extLst>
              <a:ext uri="{FF2B5EF4-FFF2-40B4-BE49-F238E27FC236}">
                <a16:creationId xmlns:a16="http://schemas.microsoft.com/office/drawing/2014/main" id="{93D30EE6-0125-E360-A2F1-45C65F948F55}"/>
              </a:ext>
            </a:extLst>
          </p:cNvPr>
          <p:cNvSpPr txBox="1">
            <a:spLocks/>
          </p:cNvSpPr>
          <p:nvPr/>
        </p:nvSpPr>
        <p:spPr>
          <a:xfrm>
            <a:off x="5520824" y="2196939"/>
            <a:ext cx="1367784" cy="344710"/>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rPr>
              <a:t>DELL</a:t>
            </a:r>
          </a:p>
          <a:p>
            <a:r>
              <a:rPr lang="en-US" sz="800" noProof="0" dirty="0">
                <a:solidFill>
                  <a:srgbClr val="FFFFFF"/>
                </a:solidFill>
                <a:latin typeface="+mn-lt"/>
              </a:rPr>
              <a:t>Titanium: France, Pologne </a:t>
            </a:r>
          </a:p>
          <a:p>
            <a:r>
              <a:rPr lang="en-US" sz="800" noProof="0" dirty="0">
                <a:solidFill>
                  <a:srgbClr val="FFFFFF"/>
                </a:solidFill>
                <a:latin typeface="+mn-lt"/>
              </a:rPr>
              <a:t>Platinum: India, Senegal </a:t>
            </a:r>
          </a:p>
        </p:txBody>
      </p:sp>
      <p:sp>
        <p:nvSpPr>
          <p:cNvPr id="29" name="Titre 1">
            <a:extLst>
              <a:ext uri="{FF2B5EF4-FFF2-40B4-BE49-F238E27FC236}">
                <a16:creationId xmlns:a16="http://schemas.microsoft.com/office/drawing/2014/main" id="{5CD562DB-8AB3-0707-235D-B42911F1F027}"/>
              </a:ext>
            </a:extLst>
          </p:cNvPr>
          <p:cNvSpPr txBox="1">
            <a:spLocks/>
          </p:cNvSpPr>
          <p:nvPr/>
        </p:nvSpPr>
        <p:spPr>
          <a:xfrm>
            <a:off x="7279080" y="3261633"/>
            <a:ext cx="515805"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ea typeface="+mj-ea"/>
                <a:cs typeface="+mj-cs"/>
              </a:rPr>
              <a:t>Samsung</a:t>
            </a: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ea typeface="+mj-ea"/>
                <a:cs typeface="+mj-cs"/>
              </a:rPr>
              <a:t>Elite</a:t>
            </a:r>
          </a:p>
        </p:txBody>
      </p:sp>
      <p:sp>
        <p:nvSpPr>
          <p:cNvPr id="30" name="Titre 1">
            <a:extLst>
              <a:ext uri="{FF2B5EF4-FFF2-40B4-BE49-F238E27FC236}">
                <a16:creationId xmlns:a16="http://schemas.microsoft.com/office/drawing/2014/main" id="{1690D91A-836A-6AB8-BE87-0CFDACB2033B}"/>
              </a:ext>
            </a:extLst>
          </p:cNvPr>
          <p:cNvSpPr txBox="1">
            <a:spLocks/>
          </p:cNvSpPr>
          <p:nvPr/>
        </p:nvSpPr>
        <p:spPr>
          <a:xfrm>
            <a:off x="5520824" y="4515966"/>
            <a:ext cx="1367784" cy="246221"/>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buNone/>
              <a:defRPr sz="2000" kern="1200" spc="-20" baseline="0">
                <a:solidFill>
                  <a:schemeClr val="tx1"/>
                </a:solidFill>
                <a:latin typeface="Helvetica 75 Bold" panose="020B0804020202020204" pitchFamily="34" charset="0"/>
                <a:ea typeface="+mj-ea"/>
                <a:cs typeface="+mj-cs"/>
              </a:defRPr>
            </a:lvl1pPr>
          </a:lstStyle>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7900"/>
                </a:solidFill>
                <a:effectLst/>
                <a:uLnTx/>
                <a:uFillTx/>
                <a:latin typeface="+mn-lt"/>
                <a:ea typeface="+mj-ea"/>
                <a:cs typeface="+mj-cs"/>
              </a:rPr>
              <a:t>Huawei</a:t>
            </a:r>
          </a:p>
          <a:p>
            <a:pPr marL="0" marR="0" lvl="0" indent="0" algn="l" defTabSz="91431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20" normalizeH="0" baseline="0" noProof="0" dirty="0">
                <a:ln>
                  <a:noFill/>
                </a:ln>
                <a:solidFill>
                  <a:srgbClr val="FFFFFF"/>
                </a:solidFill>
                <a:effectLst/>
                <a:uLnTx/>
                <a:uFillTx/>
                <a:latin typeface="+mn-lt"/>
                <a:ea typeface="+mj-ea"/>
                <a:cs typeface="+mj-cs"/>
              </a:rPr>
              <a:t>Global Strategy Partner</a:t>
            </a:r>
          </a:p>
        </p:txBody>
      </p:sp>
      <p:sp>
        <p:nvSpPr>
          <p:cNvPr id="31" name="ZoneTexte 5">
            <a:extLst>
              <a:ext uri="{FF2B5EF4-FFF2-40B4-BE49-F238E27FC236}">
                <a16:creationId xmlns:a16="http://schemas.microsoft.com/office/drawing/2014/main" id="{93130B85-2639-CC9E-6CE7-B0805E73B7D1}"/>
              </a:ext>
            </a:extLst>
          </p:cNvPr>
          <p:cNvSpPr txBox="1"/>
          <p:nvPr/>
        </p:nvSpPr>
        <p:spPr>
          <a:xfrm>
            <a:off x="7279080" y="4083918"/>
            <a:ext cx="1448312" cy="369332"/>
          </a:xfrm>
          <a:prstGeom prst="rect">
            <a:avLst/>
          </a:prstGeom>
          <a:noFill/>
        </p:spPr>
        <p:txBody>
          <a:bodyPr wrap="square" lIns="0" tIns="0" rIns="0" bIns="0">
            <a:spAutoFit/>
          </a:bodyPr>
          <a:lstStyle/>
          <a:p>
            <a:r>
              <a:rPr lang="en-US" sz="800" spc="-20" noProof="0" dirty="0">
                <a:solidFill>
                  <a:srgbClr val="FF7900"/>
                </a:solidFill>
                <a:ea typeface="+mj-ea"/>
                <a:cs typeface="+mj-cs"/>
              </a:rPr>
              <a:t>Zscaler</a:t>
            </a:r>
          </a:p>
          <a:p>
            <a:r>
              <a:rPr lang="en-US" sz="800" spc="-20" noProof="0" dirty="0">
                <a:solidFill>
                  <a:srgbClr val="FFFFFF"/>
                </a:solidFill>
                <a:ea typeface="+mj-ea"/>
                <a:cs typeface="+mj-cs"/>
              </a:rPr>
              <a:t>Premier, Global , Direct MS &amp; Delivery EMEA </a:t>
            </a:r>
          </a:p>
        </p:txBody>
      </p:sp>
      <p:cxnSp>
        <p:nvCxnSpPr>
          <p:cNvPr id="33" name="Straight Connector 32">
            <a:extLst>
              <a:ext uri="{FF2B5EF4-FFF2-40B4-BE49-F238E27FC236}">
                <a16:creationId xmlns:a16="http://schemas.microsoft.com/office/drawing/2014/main" id="{4D073160-5FF8-B23F-41C8-E7510AC81350}"/>
              </a:ext>
            </a:extLst>
          </p:cNvPr>
          <p:cNvCxnSpPr/>
          <p:nvPr/>
        </p:nvCxnSpPr>
        <p:spPr>
          <a:xfrm>
            <a:off x="5004048" y="570230"/>
            <a:ext cx="0" cy="4191957"/>
          </a:xfrm>
          <a:prstGeom prst="line">
            <a:avLst/>
          </a:prstGeom>
          <a:ln/>
        </p:spPr>
        <p:style>
          <a:lnRef idx="1">
            <a:schemeClr val="dk1"/>
          </a:lnRef>
          <a:fillRef idx="0">
            <a:schemeClr val="dk1"/>
          </a:fillRef>
          <a:effectRef idx="0">
            <a:schemeClr val="dk1"/>
          </a:effectRef>
          <a:fontRef idx="minor">
            <a:schemeClr val="tx1"/>
          </a:fontRef>
        </p:style>
      </p:cxnSp>
      <p:sp>
        <p:nvSpPr>
          <p:cNvPr id="4" name="ZoneTexte 3">
            <a:extLst>
              <a:ext uri="{FF2B5EF4-FFF2-40B4-BE49-F238E27FC236}">
                <a16:creationId xmlns:a16="http://schemas.microsoft.com/office/drawing/2014/main" id="{72BCD83B-B6B2-AEB7-8E16-1EC9DEFA8375}"/>
              </a:ext>
            </a:extLst>
          </p:cNvPr>
          <p:cNvSpPr txBox="1"/>
          <p:nvPr/>
        </p:nvSpPr>
        <p:spPr>
          <a:xfrm>
            <a:off x="569913" y="3369330"/>
            <a:ext cx="4057397" cy="1015663"/>
          </a:xfrm>
          <a:prstGeom prst="rect">
            <a:avLst/>
          </a:prstGeom>
          <a:noFill/>
        </p:spPr>
        <p:txBody>
          <a:bodyPr wrap="square" lIns="0" tIns="0" rIns="0" bIns="0">
            <a:spAutoFit/>
          </a:bodyPr>
          <a:lstStyle/>
          <a:p>
            <a:pPr marL="177800" indent="-177800">
              <a:buClr>
                <a:schemeClr val="bg2"/>
              </a:buClr>
              <a:buFont typeface="Wingdings" panose="05000000000000000000" pitchFamily="2" charset="2"/>
              <a:buChar char="§"/>
            </a:pPr>
            <a:r>
              <a:rPr lang="en-US" sz="1100" spc="-20" noProof="0" dirty="0">
                <a:solidFill>
                  <a:schemeClr val="bg2"/>
                </a:solidFill>
              </a:rPr>
              <a:t>The 2026 Gartner® Magic Quadrant™ </a:t>
            </a:r>
            <a:r>
              <a:rPr lang="en-US" sz="1100" spc="-20" noProof="0" dirty="0">
                <a:solidFill>
                  <a:srgbClr val="FFFFFF"/>
                </a:solidFill>
              </a:rPr>
              <a:t>for 4G and 5G Private Mobile Network Services and leader for Global WAN Services</a:t>
            </a:r>
            <a:br>
              <a:rPr lang="en-US" sz="1100" spc="-20" noProof="0" dirty="0">
                <a:solidFill>
                  <a:srgbClr val="FFFFFF"/>
                </a:solidFill>
              </a:rPr>
            </a:br>
            <a:endParaRPr lang="en-US" sz="1100" spc="-20" noProof="0" dirty="0">
              <a:solidFill>
                <a:srgbClr val="FFFFFF"/>
              </a:solidFill>
            </a:endParaRPr>
          </a:p>
          <a:p>
            <a:pPr marL="177800" indent="-177800">
              <a:buClr>
                <a:schemeClr val="bg2"/>
              </a:buClr>
              <a:buFont typeface="Wingdings" panose="05000000000000000000" pitchFamily="2" charset="2"/>
              <a:buChar char="§"/>
            </a:pPr>
            <a:r>
              <a:rPr lang="en-US" sz="1100" spc="-20" noProof="0" dirty="0">
                <a:solidFill>
                  <a:schemeClr val="bg2"/>
                </a:solidFill>
              </a:rPr>
              <a:t>GlobalData.® </a:t>
            </a:r>
            <a:r>
              <a:rPr lang="en-US" sz="1100" spc="-20" noProof="0" dirty="0">
                <a:solidFill>
                  <a:srgbClr val="FFFFFF"/>
                </a:solidFill>
              </a:rPr>
              <a:t>leader in 2025 for Company Assessment - Global Enterprise</a:t>
            </a:r>
          </a:p>
        </p:txBody>
      </p:sp>
    </p:spTree>
    <p:extLst>
      <p:ext uri="{BB962C8B-B14F-4D97-AF65-F5344CB8AC3E}">
        <p14:creationId xmlns:p14="http://schemas.microsoft.com/office/powerpoint/2010/main" val="117609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057CC-92BC-59D8-5342-741621D7FDCC}"/>
              </a:ext>
            </a:extLst>
          </p:cNvPr>
          <p:cNvSpPr>
            <a:spLocks noGrp="1"/>
          </p:cNvSpPr>
          <p:nvPr>
            <p:ph type="title"/>
          </p:nvPr>
        </p:nvSpPr>
        <p:spPr/>
        <p:txBody>
          <a:bodyPr/>
          <a:lstStyle/>
          <a:p>
            <a:pPr>
              <a:spcBef>
                <a:spcPts val="400"/>
              </a:spcBef>
            </a:pPr>
            <a:r>
              <a:rPr lang="en-US" noProof="0" dirty="0"/>
              <a:t>Powered by 30,000 experts delivering excellence worldwide</a:t>
            </a:r>
            <a:br>
              <a:rPr lang="en-US" noProof="0" dirty="0"/>
            </a:br>
            <a:endParaRPr lang="en-US" noProof="0" dirty="0"/>
          </a:p>
        </p:txBody>
      </p:sp>
      <p:sp>
        <p:nvSpPr>
          <p:cNvPr id="3" name="Text Placeholder 1">
            <a:extLst>
              <a:ext uri="{FF2B5EF4-FFF2-40B4-BE49-F238E27FC236}">
                <a16:creationId xmlns:a16="http://schemas.microsoft.com/office/drawing/2014/main" id="{0295899A-0822-A5A7-B5EF-3B19571616CB}"/>
              </a:ext>
            </a:extLst>
          </p:cNvPr>
          <p:cNvSpPr txBox="1">
            <a:spLocks/>
          </p:cNvSpPr>
          <p:nvPr/>
        </p:nvSpPr>
        <p:spPr>
          <a:xfrm>
            <a:off x="567744" y="2226941"/>
            <a:ext cx="2253240" cy="1141297"/>
          </a:xfrm>
          <a:prstGeom prst="rect">
            <a:avLst/>
          </a:prstGeom>
        </p:spPr>
        <p:txBody>
          <a:bodyPr lIns="0" tIns="0" rIns="0" bIns="0"/>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b="1" i="0" kern="1200" spc="-20" baseline="0">
                <a:solidFill>
                  <a:schemeClr val="bg2"/>
                </a:solidFill>
                <a:latin typeface="+mn-lt"/>
                <a:ea typeface="Helvetica 75 Bold" panose="02000503000000020004" pitchFamily="2" charset="0"/>
                <a:cs typeface="Helvetica 75 Bold" panose="02000503000000020004" pitchFamily="2" charset="0"/>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b="1" i="0" kern="1200" spc="-20" baseline="0">
                <a:solidFill>
                  <a:schemeClr val="tx1"/>
                </a:solidFill>
                <a:latin typeface="+mn-lt"/>
                <a:ea typeface="Helvetica 75 Bold" panose="02000503000000020004" pitchFamily="2" charset="0"/>
                <a:cs typeface="Helvetica 75 Bold" panose="02000503000000020004" pitchFamily="2" charset="0"/>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b="1" i="0" kern="1200" spc="-20" baseline="0">
                <a:solidFill>
                  <a:schemeClr val="tx1"/>
                </a:solidFill>
                <a:latin typeface="+mn-lt"/>
                <a:ea typeface="Helvetica 75 Bold" panose="02000503000000020004" pitchFamily="2" charset="0"/>
                <a:cs typeface="Helvetica 75 Bold" panose="02000503000000020004" pitchFamily="2" charset="0"/>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spcBef>
                <a:spcPts val="400"/>
              </a:spcBef>
              <a:buClr>
                <a:srgbClr val="FFFFFF"/>
              </a:buClr>
              <a:defRPr/>
            </a:pPr>
            <a:r>
              <a:rPr lang="en-US" noProof="0" dirty="0">
                <a:solidFill>
                  <a:schemeClr val="tx1"/>
                </a:solidFill>
              </a:rPr>
              <a:t>of</a:t>
            </a:r>
            <a:r>
              <a:rPr lang="en-US" b="0" noProof="0" dirty="0">
                <a:solidFill>
                  <a:schemeClr val="tx1"/>
                </a:solidFill>
                <a:ea typeface="+mn-ea"/>
                <a:cs typeface="+mn-cs"/>
              </a:rPr>
              <a:t> which...</a:t>
            </a:r>
          </a:p>
          <a:p>
            <a:pPr>
              <a:lnSpc>
                <a:spcPct val="100000"/>
              </a:lnSpc>
              <a:spcBef>
                <a:spcPts val="400"/>
              </a:spcBef>
              <a:buClr>
                <a:srgbClr val="FFFFFF"/>
              </a:buClr>
              <a:defRPr/>
            </a:pPr>
            <a:r>
              <a:rPr lang="en-US" noProof="0" dirty="0"/>
              <a:t>7,0</a:t>
            </a:r>
            <a:r>
              <a:rPr lang="en-US" b="0" noProof="0" dirty="0">
                <a:ea typeface="+mn-ea"/>
                <a:cs typeface="+mn-cs"/>
              </a:rPr>
              <a:t>00+ </a:t>
            </a:r>
            <a:r>
              <a:rPr lang="en-US" noProof="0" dirty="0">
                <a:solidFill>
                  <a:schemeClr val="tx1"/>
                </a:solidFill>
              </a:rPr>
              <a:t>AI</a:t>
            </a:r>
            <a:r>
              <a:rPr lang="en-US" b="0" noProof="0" dirty="0">
                <a:solidFill>
                  <a:schemeClr val="tx1"/>
                </a:solidFill>
                <a:ea typeface="+mn-ea"/>
                <a:cs typeface="+mn-cs"/>
              </a:rPr>
              <a:t>, Data, Cloud Experts</a:t>
            </a:r>
          </a:p>
          <a:p>
            <a:pPr>
              <a:lnSpc>
                <a:spcPct val="100000"/>
              </a:lnSpc>
              <a:spcBef>
                <a:spcPts val="400"/>
              </a:spcBef>
              <a:buClr>
                <a:srgbClr val="FFFFFF"/>
              </a:buClr>
              <a:defRPr/>
            </a:pPr>
            <a:r>
              <a:rPr lang="en-US" b="0" noProof="0" dirty="0">
                <a:ea typeface="+mn-ea"/>
                <a:cs typeface="+mn-cs"/>
              </a:rPr>
              <a:t>3,100+ </a:t>
            </a:r>
            <a:r>
              <a:rPr lang="en-US" b="0" noProof="0" dirty="0">
                <a:solidFill>
                  <a:schemeClr val="tx1"/>
                </a:solidFill>
                <a:ea typeface="+mn-ea"/>
                <a:cs typeface="+mn-cs"/>
              </a:rPr>
              <a:t>Cyber Experts</a:t>
            </a:r>
          </a:p>
          <a:p>
            <a:pPr>
              <a:lnSpc>
                <a:spcPct val="100000"/>
              </a:lnSpc>
              <a:spcBef>
                <a:spcPts val="400"/>
              </a:spcBef>
              <a:buClr>
                <a:srgbClr val="FFFFFF"/>
              </a:buClr>
              <a:defRPr/>
            </a:pPr>
            <a:r>
              <a:rPr lang="en-US" b="0" noProof="0" dirty="0">
                <a:ea typeface="+mn-ea"/>
                <a:cs typeface="+mn-cs"/>
              </a:rPr>
              <a:t>400+ </a:t>
            </a:r>
            <a:r>
              <a:rPr lang="en-US" b="0" noProof="0" dirty="0">
                <a:solidFill>
                  <a:schemeClr val="tx1"/>
                </a:solidFill>
                <a:ea typeface="+mn-ea"/>
                <a:cs typeface="+mn-cs"/>
              </a:rPr>
              <a:t>IoT Experts</a:t>
            </a:r>
          </a:p>
        </p:txBody>
      </p:sp>
      <p:sp>
        <p:nvSpPr>
          <p:cNvPr id="4" name="TextBox 3">
            <a:extLst>
              <a:ext uri="{FF2B5EF4-FFF2-40B4-BE49-F238E27FC236}">
                <a16:creationId xmlns:a16="http://schemas.microsoft.com/office/drawing/2014/main" id="{7E7DED65-B71A-CC38-A836-DF3A4D3F4E31}"/>
              </a:ext>
            </a:extLst>
          </p:cNvPr>
          <p:cNvSpPr txBox="1"/>
          <p:nvPr/>
        </p:nvSpPr>
        <p:spPr>
          <a:xfrm>
            <a:off x="567744" y="1347614"/>
            <a:ext cx="1957942" cy="666849"/>
          </a:xfrm>
          <a:prstGeom prst="rect">
            <a:avLst/>
          </a:prstGeom>
          <a:noFill/>
        </p:spPr>
        <p:txBody>
          <a:bodyPr wrap="square" lIns="0" tIns="0" rIns="0" bIns="0">
            <a:spAutoFit/>
          </a:bodyPr>
          <a:lstStyle/>
          <a:p>
            <a:pPr marL="0" marR="0" lvl="0" indent="0" algn="l" defTabSz="914400" rtl="0" eaLnBrk="1" fontAlgn="auto" latinLnBrk="0" hangingPunct="1">
              <a:spcBef>
                <a:spcPts val="400"/>
              </a:spcBef>
              <a:spcAft>
                <a:spcPts val="0"/>
              </a:spcAft>
              <a:buClrTx/>
              <a:buSzTx/>
              <a:buFontTx/>
              <a:buNone/>
              <a:tabLst/>
              <a:defRPr/>
            </a:pPr>
            <a:r>
              <a:rPr kumimoji="0" lang="en-US" sz="2000" b="0" i="0" u="none" strike="noStrike" kern="1200" cap="none" spc="-20" normalizeH="0" baseline="0" noProof="0" dirty="0">
                <a:ln>
                  <a:noFill/>
                </a:ln>
                <a:solidFill>
                  <a:srgbClr val="FF7900"/>
                </a:solidFill>
                <a:effectLst/>
                <a:uLnTx/>
                <a:uFillTx/>
              </a:rPr>
              <a:t>10,000+</a:t>
            </a:r>
          </a:p>
          <a:p>
            <a:pPr>
              <a:spcBef>
                <a:spcPts val="400"/>
              </a:spcBef>
              <a:defRPr/>
            </a:pPr>
            <a:r>
              <a:rPr lang="en-US" sz="2000" spc="-20" noProof="0" dirty="0">
                <a:solidFill>
                  <a:schemeClr val="bg2"/>
                </a:solidFill>
              </a:rPr>
              <a:t>Digital Experts</a:t>
            </a:r>
            <a:endParaRPr kumimoji="0" lang="en-US" sz="2000" b="0" i="0" u="none" strike="noStrike" kern="1200" cap="none" spc="0" normalizeH="0" baseline="0" noProof="0" dirty="0">
              <a:ln>
                <a:noFill/>
              </a:ln>
              <a:solidFill>
                <a:schemeClr val="bg2"/>
              </a:solidFill>
              <a:effectLst/>
              <a:uLnTx/>
              <a:uFillTx/>
            </a:endParaRPr>
          </a:p>
        </p:txBody>
      </p:sp>
      <p:sp>
        <p:nvSpPr>
          <p:cNvPr id="7" name="object 51">
            <a:extLst>
              <a:ext uri="{FF2B5EF4-FFF2-40B4-BE49-F238E27FC236}">
                <a16:creationId xmlns:a16="http://schemas.microsoft.com/office/drawing/2014/main" id="{009F47C7-1443-0F54-94A1-717E6F7C13CF}"/>
              </a:ext>
            </a:extLst>
          </p:cNvPr>
          <p:cNvSpPr txBox="1"/>
          <p:nvPr/>
        </p:nvSpPr>
        <p:spPr>
          <a:xfrm>
            <a:off x="3397906" y="3285151"/>
            <a:ext cx="1992545" cy="535002"/>
          </a:xfrm>
          <a:prstGeom prst="rect">
            <a:avLst/>
          </a:prstGeom>
        </p:spPr>
        <p:txBody>
          <a:bodyPr vert="horz" wrap="square" lIns="0" tIns="12684" rIns="0" bIns="0" rtlCol="0">
            <a:spAutoFit/>
          </a:bodyPr>
          <a:lstStyle/>
          <a:p>
            <a:pPr marL="0" marR="0" lvl="0" indent="0" algn="l" defTabSz="913303" rtl="0" eaLnBrk="1" fontAlgn="auto" latinLnBrk="0" hangingPunct="1">
              <a:lnSpc>
                <a:spcPct val="90000"/>
              </a:lnSpc>
              <a:spcBef>
                <a:spcPts val="400"/>
              </a:spcBef>
              <a:spcAft>
                <a:spcPts val="0"/>
              </a:spcAft>
              <a:buClrTx/>
              <a:buSzTx/>
              <a:buFontTx/>
              <a:buNone/>
              <a:tabLst/>
              <a:defRPr/>
            </a:pPr>
            <a:r>
              <a:rPr kumimoji="0" lang="en-US" sz="2000" b="0" i="0" u="none" strike="noStrike" kern="1200" cap="none" spc="-20" normalizeH="0" baseline="0" noProof="0" dirty="0">
                <a:ln>
                  <a:noFill/>
                </a:ln>
                <a:solidFill>
                  <a:srgbClr val="FF7900"/>
                </a:solidFill>
                <a:effectLst/>
                <a:uLnTx/>
                <a:uFillTx/>
                <a:ea typeface="+mn-ea"/>
                <a:cs typeface="Helvetica Neue"/>
              </a:rPr>
              <a:t>32</a:t>
            </a:r>
            <a:endParaRPr kumimoji="0" lang="en-US" sz="2000" b="0" i="0" u="none" strike="noStrike" kern="1200" cap="none" spc="-20" normalizeH="0" baseline="0" noProof="0" dirty="0">
              <a:ln>
                <a:noFill/>
              </a:ln>
              <a:solidFill>
                <a:srgbClr val="FFFFFF"/>
              </a:solidFill>
              <a:effectLst/>
              <a:uLnTx/>
              <a:uFillTx/>
              <a:ea typeface="+mn-ea"/>
              <a:cs typeface="Helvetica Neue"/>
            </a:endParaRPr>
          </a:p>
          <a:p>
            <a:pPr marL="0" marR="0" lvl="0" indent="0" algn="l" defTabSz="913303" rtl="0" eaLnBrk="1" fontAlgn="auto" latinLnBrk="0" hangingPunct="1">
              <a:lnSpc>
                <a:spcPct val="90000"/>
              </a:lnSpc>
              <a:spcBef>
                <a:spcPts val="400"/>
              </a:spcBef>
              <a:spcAft>
                <a:spcPts val="0"/>
              </a:spcAft>
              <a:buClrTx/>
              <a:buSzTx/>
              <a:buFontTx/>
              <a:buNone/>
              <a:tabLst/>
              <a:defRPr/>
            </a:pPr>
            <a:r>
              <a:rPr kumimoji="0" lang="en-US" sz="1400" b="0" i="0" u="none" strike="noStrike" kern="1200" cap="none" spc="-20" normalizeH="0" baseline="0" noProof="0" dirty="0">
                <a:ln>
                  <a:noFill/>
                </a:ln>
                <a:solidFill>
                  <a:srgbClr val="FFFFFF"/>
                </a:solidFill>
                <a:effectLst/>
                <a:uLnTx/>
                <a:uFillTx/>
                <a:ea typeface="+mn-ea"/>
                <a:cs typeface="Helvetica Neue"/>
              </a:rPr>
              <a:t>languages spoken</a:t>
            </a:r>
          </a:p>
        </p:txBody>
      </p:sp>
      <p:pic>
        <p:nvPicPr>
          <p:cNvPr id="9" name="Picture 28" descr="ITIL-logo 2.png">
            <a:extLst>
              <a:ext uri="{FF2B5EF4-FFF2-40B4-BE49-F238E27FC236}">
                <a16:creationId xmlns:a16="http://schemas.microsoft.com/office/drawing/2014/main" id="{079DC9E0-5596-D68D-2D89-E3290DCF291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9424" y="1899199"/>
            <a:ext cx="82234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27" descr="PM-logo 2.png">
            <a:extLst>
              <a:ext uri="{FF2B5EF4-FFF2-40B4-BE49-F238E27FC236}">
                <a16:creationId xmlns:a16="http://schemas.microsoft.com/office/drawing/2014/main" id="{0DA47B94-9DF6-D737-2F64-7AD89DEB407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4428" y="2675590"/>
            <a:ext cx="555381"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1" name="Group 57">
            <a:extLst>
              <a:ext uri="{FF2B5EF4-FFF2-40B4-BE49-F238E27FC236}">
                <a16:creationId xmlns:a16="http://schemas.microsoft.com/office/drawing/2014/main" id="{57BF9686-B5CF-722C-82FD-AE49AB425468}"/>
              </a:ext>
            </a:extLst>
          </p:cNvPr>
          <p:cNvGrpSpPr/>
          <p:nvPr/>
        </p:nvGrpSpPr>
        <p:grpSpPr>
          <a:xfrm>
            <a:off x="7399424" y="2640396"/>
            <a:ext cx="1087873" cy="302057"/>
            <a:chOff x="7164288" y="1016880"/>
            <a:chExt cx="1450497" cy="402742"/>
          </a:xfrm>
        </p:grpSpPr>
        <p:pic>
          <p:nvPicPr>
            <p:cNvPr id="12" name="Picture 58">
              <a:extLst>
                <a:ext uri="{FF2B5EF4-FFF2-40B4-BE49-F238E27FC236}">
                  <a16:creationId xmlns:a16="http://schemas.microsoft.com/office/drawing/2014/main" id="{105E43DE-7963-1007-78D4-EC219BC21062}"/>
                </a:ext>
              </a:extLst>
            </p:cNvPr>
            <p:cNvPicPr>
              <a:picLocks noChangeAspect="1"/>
            </p:cNvPicPr>
            <p:nvPr/>
          </p:nvPicPr>
          <p:blipFill rotWithShape="1">
            <a:blip r:embed="rId4" cstate="print">
              <a:biLevel thresh="25000"/>
              <a:extLst>
                <a:ext uri="{BEBA8EAE-BF5A-486C-A8C5-ECC9F3942E4B}">
                  <a14:imgProps xmlns:a14="http://schemas.microsoft.com/office/drawing/2010/main">
                    <a14:imgLayer r:embed="rId5">
                      <a14:imgEffect>
                        <a14:backgroundRemoval t="0" b="100000" l="0" r="100000">
                          <a14:foregroundMark x1="10130" y1="23750" x2="10130" y2="23750"/>
                          <a14:foregroundMark x1="25974" y1="8750" x2="25974" y2="8750"/>
                          <a14:foregroundMark x1="5195" y1="10000" x2="5195" y2="10000"/>
                          <a14:foregroundMark x1="43117" y1="23750" x2="43117" y2="23750"/>
                          <a14:foregroundMark x1="90390" y1="6250" x2="90390" y2="6250"/>
                          <a14:foregroundMark x1="66753" y1="21250" x2="66753" y2="21250"/>
                          <a14:foregroundMark x1="34026" y1="46250" x2="34026" y2="46250"/>
                          <a14:foregroundMark x1="94286" y1="12500" x2="94286" y2="12500"/>
                          <a14:foregroundMark x1="74286" y1="95000" x2="74286" y2="95000"/>
                          <a14:foregroundMark x1="2857" y1="93750" x2="2857" y2="93750"/>
                          <a14:foregroundMark x1="47273" y1="60000" x2="47273" y2="60000"/>
                          <a14:foregroundMark x1="53766" y1="60000" x2="53766" y2="60000"/>
                          <a14:foregroundMark x1="93766" y1="25000" x2="93766" y2="25000"/>
                          <a14:foregroundMark x1="95584" y1="22500" x2="95584" y2="22500"/>
                          <a14:foregroundMark x1="96883" y1="8750" x2="96883" y2="8750"/>
                          <a14:foregroundMark x1="94286" y1="5000" x2="94286" y2="5000"/>
                          <a14:foregroundMark x1="93247" y1="8750" x2="93247" y2="8750"/>
                          <a14:foregroundMark x1="97403" y1="18750" x2="97403" y2="18750"/>
                          <a14:foregroundMark x1="93247" y1="26250" x2="93247" y2="26250"/>
                          <a14:backgroundMark x1="17403" y1="40000" x2="17403" y2="40000"/>
                          <a14:backgroundMark x1="16623" y1="40000" x2="16623" y2="40000"/>
                          <a14:backgroundMark x1="14805" y1="47500" x2="14805" y2="47500"/>
                          <a14:backgroundMark x1="63896" y1="47500" x2="63896" y2="47500"/>
                          <a14:backgroundMark x1="85455" y1="30000" x2="85455" y2="30000"/>
                          <a14:backgroundMark x1="96364" y1="16250" x2="96364" y2="16250"/>
                          <a14:backgroundMark x1="27532" y1="45000" x2="27532" y2="45000"/>
                          <a14:backgroundMark x1="22078" y1="85000" x2="22078" y2="85000"/>
                          <a14:backgroundMark x1="51688" y1="36250" x2="51688" y2="36250"/>
                          <a14:backgroundMark x1="4675" y1="38750" x2="4675" y2="38750"/>
                          <a14:backgroundMark x1="72468" y1="38750" x2="72468" y2="38750"/>
                          <a14:backgroundMark x1="53766" y1="40000" x2="53766" y2="40000"/>
                          <a14:backgroundMark x1="36883" y1="12500" x2="36883" y2="12500"/>
                          <a14:backgroundMark x1="93506" y1="26250" x2="93506" y2="26250"/>
                          <a14:backgroundMark x1="74805" y1="97500" x2="74805" y2="97500"/>
                        </a14:backgroundRemoval>
                      </a14:imgEffect>
                    </a14:imgLayer>
                  </a14:imgProps>
                </a:ext>
                <a:ext uri="{28A0092B-C50C-407E-A947-70E740481C1C}">
                  <a14:useLocalDpi xmlns:a14="http://schemas.microsoft.com/office/drawing/2010/main" val="0"/>
                </a:ext>
              </a:extLst>
            </a:blip>
            <a:srcRect r="8143"/>
            <a:stretch/>
          </p:blipFill>
          <p:spPr>
            <a:xfrm>
              <a:off x="7164288" y="1033322"/>
              <a:ext cx="1386781" cy="386300"/>
            </a:xfrm>
            <a:prstGeom prst="rect">
              <a:avLst/>
            </a:prstGeom>
          </p:spPr>
        </p:pic>
        <p:pic>
          <p:nvPicPr>
            <p:cNvPr id="13" name="Picture 28" descr="ITIL-logo 2.png">
              <a:extLst>
                <a:ext uri="{FF2B5EF4-FFF2-40B4-BE49-F238E27FC236}">
                  <a16:creationId xmlns:a16="http://schemas.microsoft.com/office/drawing/2014/main" id="{A3CD0CAC-667E-7D30-25C6-F6D2C854683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bwMode="auto">
            <a:xfrm>
              <a:off x="8532440" y="1016880"/>
              <a:ext cx="82345" cy="787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4" name="Groupe 3">
            <a:extLst>
              <a:ext uri="{FF2B5EF4-FFF2-40B4-BE49-F238E27FC236}">
                <a16:creationId xmlns:a16="http://schemas.microsoft.com/office/drawing/2014/main" id="{20105EA7-22A6-9341-E89A-18A2D0A0F1D0}"/>
              </a:ext>
            </a:extLst>
          </p:cNvPr>
          <p:cNvGrpSpPr/>
          <p:nvPr/>
        </p:nvGrpSpPr>
        <p:grpSpPr>
          <a:xfrm>
            <a:off x="6193704" y="1802243"/>
            <a:ext cx="971256" cy="600164"/>
            <a:chOff x="2743344" y="915566"/>
            <a:chExt cx="1295008" cy="800219"/>
          </a:xfrm>
        </p:grpSpPr>
        <p:pic>
          <p:nvPicPr>
            <p:cNvPr id="15" name="Picture 26" descr="ISO-logo 2.png">
              <a:extLst>
                <a:ext uri="{FF2B5EF4-FFF2-40B4-BE49-F238E27FC236}">
                  <a16:creationId xmlns:a16="http://schemas.microsoft.com/office/drawing/2014/main" id="{F06B0C6C-C525-E9B3-6501-2E224A645C53}"/>
                </a:ext>
              </a:extLst>
            </p:cNvPr>
            <p:cNvPicPr>
              <a:picLocks noChangeAspect="1"/>
            </p:cNvPicPr>
            <p:nvPr/>
          </p:nvPicPr>
          <p:blipFill>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743344" y="1046765"/>
              <a:ext cx="626094"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 name="TextBox 55">
              <a:extLst>
                <a:ext uri="{FF2B5EF4-FFF2-40B4-BE49-F238E27FC236}">
                  <a16:creationId xmlns:a16="http://schemas.microsoft.com/office/drawing/2014/main" id="{11B4C16E-52FC-3FD2-EFC2-AEB0107CDF0E}"/>
                </a:ext>
              </a:extLst>
            </p:cNvPr>
            <p:cNvSpPr txBox="1"/>
            <p:nvPr/>
          </p:nvSpPr>
          <p:spPr>
            <a:xfrm>
              <a:off x="3318272" y="915566"/>
              <a:ext cx="720080" cy="800219"/>
            </a:xfrm>
            <a:prstGeom prst="rect">
              <a:avLst/>
            </a:prstGeom>
            <a:noFill/>
          </p:spPr>
          <p:txBody>
            <a:bodyPr wrap="square" rtlCol="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ea typeface="+mn-ea"/>
                  <a:cs typeface="+mn-cs"/>
                </a:rPr>
                <a:t>9001</a:t>
              </a:r>
            </a:p>
            <a:p>
              <a:pPr marL="0" marR="0" lvl="0" indent="0" algn="l" defTabSz="914400" rtl="0" eaLnBrk="1" fontAlgn="auto" latinLnBrk="0" hangingPunct="1">
                <a:lnSpc>
                  <a:spcPct val="90000"/>
                </a:lnSpc>
                <a:spcBef>
                  <a:spcPts val="400"/>
                </a:spcBef>
                <a:spcAft>
                  <a:spcPts val="0"/>
                </a:spcAft>
                <a:buClrTx/>
                <a:buSzTx/>
                <a:buFontTx/>
                <a:buNone/>
                <a:tabLst/>
                <a:defRPr/>
              </a:pPr>
              <a:r>
                <a:rPr kumimoji="0" lang="en-US" sz="825" b="0" i="0" u="none" strike="noStrike" kern="1200" cap="none" spc="0" normalizeH="0" baseline="0" noProof="0" dirty="0">
                  <a:ln>
                    <a:noFill/>
                  </a:ln>
                  <a:solidFill>
                    <a:srgbClr val="FFFFFF"/>
                  </a:solidFill>
                  <a:effectLst/>
                  <a:uLnTx/>
                  <a:uFillTx/>
                  <a:ea typeface="+mn-ea"/>
                  <a:cs typeface="+mn-cs"/>
                </a:rPr>
                <a:t>14001</a:t>
              </a:r>
              <a:br>
                <a:rPr kumimoji="0" lang="en-US" sz="825" b="0" i="0" u="none" strike="noStrike" kern="1200" cap="none" spc="0" normalizeH="0" baseline="0" noProof="0" dirty="0">
                  <a:ln>
                    <a:noFill/>
                  </a:ln>
                  <a:solidFill>
                    <a:srgbClr val="FFFFFF"/>
                  </a:solidFill>
                  <a:effectLst/>
                  <a:uLnTx/>
                  <a:uFillTx/>
                  <a:ea typeface="+mn-ea"/>
                  <a:cs typeface="+mn-cs"/>
                </a:rPr>
              </a:br>
              <a:r>
                <a:rPr kumimoji="0" lang="en-US" sz="825" b="0" i="0" u="none" strike="noStrike" kern="1200" cap="none" spc="0" normalizeH="0" baseline="0" noProof="0" dirty="0">
                  <a:ln>
                    <a:noFill/>
                  </a:ln>
                  <a:solidFill>
                    <a:srgbClr val="FFFFFF"/>
                  </a:solidFill>
                  <a:effectLst/>
                  <a:uLnTx/>
                  <a:uFillTx/>
                  <a:ea typeface="+mn-ea"/>
                  <a:cs typeface="+mn-cs"/>
                </a:rPr>
                <a:t>20000</a:t>
              </a:r>
              <a:br>
                <a:rPr kumimoji="0" lang="en-US" sz="825" b="0" i="0" u="none" strike="noStrike" kern="1200" cap="none" spc="0" normalizeH="0" baseline="0" noProof="0" dirty="0">
                  <a:ln>
                    <a:noFill/>
                  </a:ln>
                  <a:solidFill>
                    <a:srgbClr val="FFFFFF"/>
                  </a:solidFill>
                  <a:effectLst/>
                  <a:uLnTx/>
                  <a:uFillTx/>
                  <a:ea typeface="+mn-ea"/>
                  <a:cs typeface="+mn-cs"/>
                </a:rPr>
              </a:br>
              <a:r>
                <a:rPr kumimoji="0" lang="en-US" sz="825" b="0" i="0" u="none" strike="noStrike" kern="1200" cap="none" spc="0" normalizeH="0" baseline="0" noProof="0" dirty="0">
                  <a:ln>
                    <a:noFill/>
                  </a:ln>
                  <a:solidFill>
                    <a:srgbClr val="FFFFFF"/>
                  </a:solidFill>
                  <a:effectLst/>
                  <a:uLnTx/>
                  <a:uFillTx/>
                  <a:ea typeface="+mn-ea"/>
                  <a:cs typeface="+mn-cs"/>
                </a:rPr>
                <a:t>27001</a:t>
              </a:r>
            </a:p>
          </p:txBody>
        </p:sp>
      </p:grpSp>
      <p:pic>
        <p:nvPicPr>
          <p:cNvPr id="17" name="Picture 4" descr="A black and white logo&#10;&#10;AI-generated content may be incorrect.">
            <a:extLst>
              <a:ext uri="{FF2B5EF4-FFF2-40B4-BE49-F238E27FC236}">
                <a16:creationId xmlns:a16="http://schemas.microsoft.com/office/drawing/2014/main" id="{868861F7-3EEA-8D9F-7803-9F73FC99F576}"/>
              </a:ext>
            </a:extLst>
          </p:cNvPr>
          <p:cNvPicPr>
            <a:picLocks noChangeAspect="1"/>
          </p:cNvPicPr>
          <p:nvPr/>
        </p:nvPicPr>
        <p:blipFill>
          <a:blip r:embed="rId9" cstate="print">
            <a:extLst>
              <a:ext uri="{28A0092B-C50C-407E-A947-70E740481C1C}">
                <a14:useLocalDpi xmlns:a14="http://schemas.microsoft.com/office/drawing/2010/main" val="0"/>
              </a:ext>
            </a:extLst>
          </a:blip>
          <a:srcRect b="12168"/>
          <a:stretch/>
        </p:blipFill>
        <p:spPr>
          <a:xfrm>
            <a:off x="7403338" y="3294936"/>
            <a:ext cx="603863" cy="558677"/>
          </a:xfrm>
          <a:prstGeom prst="rect">
            <a:avLst/>
          </a:prstGeom>
        </p:spPr>
      </p:pic>
      <p:pic>
        <p:nvPicPr>
          <p:cNvPr id="18" name="Picture 6" descr="A black and white sign with white text&#10;&#10;AI-generated content may be incorrect.">
            <a:extLst>
              <a:ext uri="{FF2B5EF4-FFF2-40B4-BE49-F238E27FC236}">
                <a16:creationId xmlns:a16="http://schemas.microsoft.com/office/drawing/2014/main" id="{615ED5CF-2480-A1F3-67C5-098CBC18F081}"/>
              </a:ext>
            </a:extLst>
          </p:cNvPr>
          <p:cNvPicPr>
            <a:picLocks noChangeAspect="1"/>
          </p:cNvPicPr>
          <p:nvPr/>
        </p:nvPicPr>
        <p:blipFill>
          <a:blip r:embed="rId10" cstate="print">
            <a:extLst>
              <a:ext uri="{28A0092B-C50C-407E-A947-70E740481C1C}">
                <a14:useLocalDpi xmlns:a14="http://schemas.microsoft.com/office/drawing/2010/main" val="0"/>
              </a:ext>
            </a:extLst>
          </a:blip>
          <a:srcRect t="14930"/>
          <a:stretch/>
        </p:blipFill>
        <p:spPr>
          <a:xfrm>
            <a:off x="6085651" y="3352488"/>
            <a:ext cx="839994" cy="518955"/>
          </a:xfrm>
          <a:prstGeom prst="rect">
            <a:avLst/>
          </a:prstGeom>
        </p:spPr>
      </p:pic>
      <p:sp>
        <p:nvSpPr>
          <p:cNvPr id="19" name="TextBox 18">
            <a:extLst>
              <a:ext uri="{FF2B5EF4-FFF2-40B4-BE49-F238E27FC236}">
                <a16:creationId xmlns:a16="http://schemas.microsoft.com/office/drawing/2014/main" id="{639B5EA7-0904-975E-FBB2-74AD71123D21}"/>
              </a:ext>
            </a:extLst>
          </p:cNvPr>
          <p:cNvSpPr txBox="1"/>
          <p:nvPr/>
        </p:nvSpPr>
        <p:spPr>
          <a:xfrm>
            <a:off x="3388796" y="1347614"/>
            <a:ext cx="2261842" cy="307777"/>
          </a:xfrm>
          <a:prstGeom prst="rect">
            <a:avLst/>
          </a:prstGeom>
          <a:noFill/>
        </p:spPr>
        <p:txBody>
          <a:bodyPr wrap="square" lIns="0" tIns="0" rIns="0" bIns="0">
            <a:spAutoFit/>
          </a:bodyPr>
          <a:lstStyle/>
          <a:p>
            <a:pPr marL="0" marR="0" lvl="0" indent="0" algn="l" defTabSz="914400" rtl="0" eaLnBrk="1" fontAlgn="auto" latinLnBrk="0" hangingPunct="1">
              <a:spcBef>
                <a:spcPts val="400"/>
              </a:spcBef>
              <a:spcAft>
                <a:spcPts val="0"/>
              </a:spcAft>
              <a:buClrTx/>
              <a:buSzTx/>
              <a:buFontTx/>
              <a:buNone/>
              <a:tabLst/>
              <a:defRPr/>
            </a:pPr>
            <a:r>
              <a:rPr kumimoji="0" lang="en-US" sz="2000" b="0" i="0" u="none" strike="noStrike" kern="1200" cap="none" spc="-20" normalizeH="0" baseline="0" noProof="0" dirty="0">
                <a:ln>
                  <a:noFill/>
                </a:ln>
                <a:solidFill>
                  <a:srgbClr val="FF7900"/>
                </a:solidFill>
                <a:effectLst/>
                <a:uLnTx/>
                <a:uFillTx/>
              </a:rPr>
              <a:t>10,000 Employees</a:t>
            </a:r>
            <a:endParaRPr lang="en-US" sz="1200" spc="-20" noProof="0" dirty="0">
              <a:solidFill>
                <a:srgbClr val="FFFFFF"/>
              </a:solidFill>
              <a:cs typeface="Helvetica Neue"/>
            </a:endParaRPr>
          </a:p>
        </p:txBody>
      </p:sp>
      <p:cxnSp>
        <p:nvCxnSpPr>
          <p:cNvPr id="21" name="Straight Connector 20">
            <a:extLst>
              <a:ext uri="{FF2B5EF4-FFF2-40B4-BE49-F238E27FC236}">
                <a16:creationId xmlns:a16="http://schemas.microsoft.com/office/drawing/2014/main" id="{9BC9A97B-E2EC-658E-0374-C3602A6240E2}"/>
              </a:ext>
            </a:extLst>
          </p:cNvPr>
          <p:cNvCxnSpPr>
            <a:cxnSpLocks/>
          </p:cNvCxnSpPr>
          <p:nvPr/>
        </p:nvCxnSpPr>
        <p:spPr>
          <a:xfrm>
            <a:off x="3059832" y="1347614"/>
            <a:ext cx="0" cy="2585565"/>
          </a:xfrm>
          <a:prstGeom prst="line">
            <a:avLst/>
          </a:prstGeom>
          <a:ln/>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3059F1EE-5109-6732-0A26-5C19CF55A9D0}"/>
              </a:ext>
            </a:extLst>
          </p:cNvPr>
          <p:cNvCxnSpPr>
            <a:cxnSpLocks/>
          </p:cNvCxnSpPr>
          <p:nvPr/>
        </p:nvCxnSpPr>
        <p:spPr>
          <a:xfrm>
            <a:off x="5868144" y="1347614"/>
            <a:ext cx="0" cy="2585565"/>
          </a:xfrm>
          <a:prstGeom prst="line">
            <a:avLst/>
          </a:prstGeom>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E4EE3C73-96DD-9074-72A9-C758B89C6304}"/>
              </a:ext>
            </a:extLst>
          </p:cNvPr>
          <p:cNvSpPr txBox="1"/>
          <p:nvPr/>
        </p:nvSpPr>
        <p:spPr>
          <a:xfrm>
            <a:off x="6153777" y="1347614"/>
            <a:ext cx="2369919" cy="278538"/>
          </a:xfrm>
          <a:prstGeom prst="rect">
            <a:avLst/>
          </a:prstGeom>
          <a:noFill/>
        </p:spPr>
        <p:txBody>
          <a:bodyPr wrap="square" lIns="0" tIns="0" rIns="0" bIns="0">
            <a:spAutoFit/>
          </a:bodyPr>
          <a:lstStyle/>
          <a:p>
            <a:pPr marL="0" marR="0" lvl="0" indent="0" algn="l" defTabSz="914400" rtl="0" eaLnBrk="1" fontAlgn="auto" latinLnBrk="0" hangingPunct="1">
              <a:lnSpc>
                <a:spcPct val="90000"/>
              </a:lnSpc>
              <a:spcBef>
                <a:spcPts val="400"/>
              </a:spcBef>
              <a:spcAft>
                <a:spcPts val="0"/>
              </a:spcAft>
              <a:buClrTx/>
              <a:buSzTx/>
              <a:buFontTx/>
              <a:buNone/>
              <a:tabLst/>
              <a:defRPr/>
            </a:pPr>
            <a:r>
              <a:rPr kumimoji="0" lang="en-US" sz="2000" b="0" i="0" u="none" strike="noStrike" kern="1200" cap="none" spc="-20" normalizeH="0" baseline="0" noProof="0" dirty="0">
                <a:ln>
                  <a:noFill/>
                </a:ln>
                <a:solidFill>
                  <a:schemeClr val="bg2"/>
                </a:solidFill>
                <a:effectLst/>
                <a:uLnTx/>
                <a:uFillTx/>
              </a:rPr>
              <a:t>Certified</a:t>
            </a:r>
            <a:r>
              <a:rPr lang="en-US" sz="2000" spc="-20" noProof="0" dirty="0">
                <a:solidFill>
                  <a:schemeClr val="bg2"/>
                </a:solidFill>
              </a:rPr>
              <a:t> Services</a:t>
            </a:r>
            <a:endParaRPr kumimoji="0" lang="en-US" sz="2000" b="0" i="0" u="none" strike="noStrike" kern="1200" cap="none" spc="0" normalizeH="0" baseline="0" noProof="0" dirty="0">
              <a:ln>
                <a:noFill/>
              </a:ln>
              <a:solidFill>
                <a:schemeClr val="bg2"/>
              </a:solidFill>
              <a:effectLst/>
              <a:uLnTx/>
              <a:uFillTx/>
            </a:endParaRPr>
          </a:p>
        </p:txBody>
      </p:sp>
      <p:sp>
        <p:nvSpPr>
          <p:cNvPr id="20" name="TextBox 19">
            <a:extLst>
              <a:ext uri="{FF2B5EF4-FFF2-40B4-BE49-F238E27FC236}">
                <a16:creationId xmlns:a16="http://schemas.microsoft.com/office/drawing/2014/main" id="{E97F37CB-2E39-C3F5-E18F-7A8A3E362F5B}"/>
              </a:ext>
            </a:extLst>
          </p:cNvPr>
          <p:cNvSpPr txBox="1"/>
          <p:nvPr/>
        </p:nvSpPr>
        <p:spPr>
          <a:xfrm>
            <a:off x="3388796" y="1763473"/>
            <a:ext cx="2253600" cy="1329013"/>
          </a:xfrm>
          <a:prstGeom prst="rect">
            <a:avLst/>
          </a:prstGeom>
          <a:noFill/>
        </p:spPr>
        <p:txBody>
          <a:bodyPr wrap="square" lIns="0" tIns="0" rIns="0" bIns="0">
            <a:spAutoFit/>
          </a:bodyPr>
          <a:lstStyle/>
          <a:p>
            <a:pPr marL="0" marR="0" lvl="0" indent="0" algn="l" defTabSz="914400" rtl="0" eaLnBrk="1" fontAlgn="auto" latinLnBrk="0" hangingPunct="1">
              <a:spcBef>
                <a:spcPts val="400"/>
              </a:spcBef>
              <a:spcAft>
                <a:spcPts val="0"/>
              </a:spcAft>
              <a:buClrTx/>
              <a:buSzTx/>
              <a:buFontTx/>
              <a:buNone/>
              <a:tabLst/>
              <a:defRPr/>
            </a:pPr>
            <a:r>
              <a:rPr lang="en-US" sz="1400" spc="-20" noProof="0" dirty="0">
                <a:solidFill>
                  <a:srgbClr val="FFFFFF"/>
                </a:solidFill>
                <a:cs typeface="Helvetica Neue"/>
              </a:rPr>
              <a:t>dedicated to customer service around the world: responsible for the deployment and day-to-day solutions’ management </a:t>
            </a:r>
          </a:p>
        </p:txBody>
      </p:sp>
    </p:spTree>
    <p:extLst>
      <p:ext uri="{BB962C8B-B14F-4D97-AF65-F5344CB8AC3E}">
        <p14:creationId xmlns:p14="http://schemas.microsoft.com/office/powerpoint/2010/main" val="4288702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52B1-E6BE-36EE-B4B3-CA322AFE909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7CF23A-78D4-33C1-E3AD-A71C55570A9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751" r="6751"/>
          <a:stretch>
            <a:fillRect/>
          </a:stretch>
        </p:blipFill>
        <p:spPr>
          <a:xfrm>
            <a:off x="0" y="14450"/>
            <a:ext cx="9144000" cy="5143500"/>
          </a:xfrm>
          <a:prstGeom prst="rect">
            <a:avLst/>
          </a:prstGeom>
        </p:spPr>
      </p:pic>
      <p:sp>
        <p:nvSpPr>
          <p:cNvPr id="19" name="Rectangle 18">
            <a:extLst>
              <a:ext uri="{FF2B5EF4-FFF2-40B4-BE49-F238E27FC236}">
                <a16:creationId xmlns:a16="http://schemas.microsoft.com/office/drawing/2014/main" id="{8B190A5D-E889-FF77-9FFF-A5094670BABA}"/>
              </a:ext>
            </a:extLst>
          </p:cNvPr>
          <p:cNvSpPr/>
          <p:nvPr/>
        </p:nvSpPr>
        <p:spPr>
          <a:xfrm>
            <a:off x="0" y="0"/>
            <a:ext cx="6104966" cy="5143500"/>
          </a:xfrm>
          <a:prstGeom prst="rect">
            <a:avLst/>
          </a:prstGeom>
          <a:gradFill flip="none" rotWithShape="1">
            <a:gsLst>
              <a:gs pos="48000">
                <a:schemeClr val="bg1">
                  <a:alpha val="50000"/>
                </a:schemeClr>
              </a:gs>
              <a:gs pos="80000">
                <a:schemeClr val="bg1">
                  <a:lumMod val="85000"/>
                  <a:lumOff val="15000"/>
                  <a:alpha val="0"/>
                </a:schemeClr>
              </a:gs>
              <a:gs pos="100000">
                <a:schemeClr val="bg1">
                  <a:lumMod val="75000"/>
                  <a:lumOff val="25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noProof="0" dirty="0">
              <a:solidFill>
                <a:srgbClr val="000000"/>
              </a:solidFill>
            </a:endParaRPr>
          </a:p>
        </p:txBody>
      </p:sp>
      <p:sp>
        <p:nvSpPr>
          <p:cNvPr id="5" name="Content Placeholder 4">
            <a:extLst>
              <a:ext uri="{FF2B5EF4-FFF2-40B4-BE49-F238E27FC236}">
                <a16:creationId xmlns:a16="http://schemas.microsoft.com/office/drawing/2014/main" id="{18D80422-EBE6-D250-4805-0DBB63A65E9F}"/>
              </a:ext>
            </a:extLst>
          </p:cNvPr>
          <p:cNvSpPr>
            <a:spLocks noGrp="1"/>
          </p:cNvSpPr>
          <p:nvPr>
            <p:ph idx="1"/>
          </p:nvPr>
        </p:nvSpPr>
        <p:spPr>
          <a:xfrm>
            <a:off x="569914" y="1496681"/>
            <a:ext cx="3383521" cy="569913"/>
          </a:xfrm>
        </p:spPr>
        <p:txBody>
          <a:bodyPr/>
          <a:lstStyle/>
          <a:p>
            <a:pPr>
              <a:lnSpc>
                <a:spcPct val="100000"/>
              </a:lnSpc>
            </a:pPr>
            <a:r>
              <a:rPr lang="en-US" noProof="0" dirty="0">
                <a:solidFill>
                  <a:schemeClr val="tx1"/>
                </a:solidFill>
              </a:rPr>
              <a:t>These values shape the way we work with our stakeholders every day and the way we build our teams for tomorrow.</a:t>
            </a:r>
          </a:p>
          <a:p>
            <a:pPr>
              <a:lnSpc>
                <a:spcPct val="100000"/>
              </a:lnSpc>
            </a:pPr>
            <a:endParaRPr lang="en-US" noProof="0" dirty="0">
              <a:solidFill>
                <a:schemeClr val="tx1"/>
              </a:solidFill>
            </a:endParaRPr>
          </a:p>
        </p:txBody>
      </p:sp>
      <p:sp>
        <p:nvSpPr>
          <p:cNvPr id="2" name="Title 1">
            <a:extLst>
              <a:ext uri="{FF2B5EF4-FFF2-40B4-BE49-F238E27FC236}">
                <a16:creationId xmlns:a16="http://schemas.microsoft.com/office/drawing/2014/main" id="{217F2AE0-AEFF-E40F-6E80-EEFC8B3F4DF2}"/>
              </a:ext>
            </a:extLst>
          </p:cNvPr>
          <p:cNvSpPr>
            <a:spLocks noGrp="1"/>
          </p:cNvSpPr>
          <p:nvPr>
            <p:ph type="title"/>
          </p:nvPr>
        </p:nvSpPr>
        <p:spPr>
          <a:xfrm>
            <a:off x="569914" y="571500"/>
            <a:ext cx="3452017" cy="569913"/>
          </a:xfrm>
        </p:spPr>
        <p:txBody>
          <a:bodyPr/>
          <a:lstStyle/>
          <a:p>
            <a:pPr>
              <a:lnSpc>
                <a:spcPct val="100000"/>
              </a:lnSpc>
            </a:pPr>
            <a:r>
              <a:rPr lang="en-US" noProof="0" dirty="0"/>
              <a:t>United by a culture based on 3 values to better adapt to market changes</a:t>
            </a:r>
          </a:p>
        </p:txBody>
      </p:sp>
      <p:sp>
        <p:nvSpPr>
          <p:cNvPr id="6" name="Text Placeholder 1">
            <a:extLst>
              <a:ext uri="{FF2B5EF4-FFF2-40B4-BE49-F238E27FC236}">
                <a16:creationId xmlns:a16="http://schemas.microsoft.com/office/drawing/2014/main" id="{87C83FCC-B7BB-FC61-CB5C-EB7EDB8997C3}"/>
              </a:ext>
            </a:extLst>
          </p:cNvPr>
          <p:cNvSpPr txBox="1">
            <a:spLocks/>
          </p:cNvSpPr>
          <p:nvPr/>
        </p:nvSpPr>
        <p:spPr>
          <a:xfrm>
            <a:off x="552536" y="2460673"/>
            <a:ext cx="702523" cy="28498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b="0" i="0" u="none" strike="noStrike" kern="1200" cap="none" spc="-20" normalizeH="0" baseline="0" noProof="0" dirty="0">
                <a:ln>
                  <a:noFill/>
                </a:ln>
                <a:solidFill>
                  <a:srgbClr val="FF7900"/>
                </a:solidFill>
                <a:effectLst/>
                <a:uLnTx/>
                <a:uFillTx/>
                <a:ea typeface="+mn-ea"/>
                <a:cs typeface="+mn-cs"/>
              </a:rPr>
              <a:t>Caring</a:t>
            </a:r>
            <a:endParaRPr lang="en-US" sz="1600" noProof="0" dirty="0">
              <a:solidFill>
                <a:srgbClr val="FF7900"/>
              </a:solidFill>
            </a:endParaRPr>
          </a:p>
        </p:txBody>
      </p:sp>
      <p:sp>
        <p:nvSpPr>
          <p:cNvPr id="20" name="Text Placeholder 1">
            <a:extLst>
              <a:ext uri="{FF2B5EF4-FFF2-40B4-BE49-F238E27FC236}">
                <a16:creationId xmlns:a16="http://schemas.microsoft.com/office/drawing/2014/main" id="{8A28056C-DBBF-77B1-4DB4-322A5E12F588}"/>
              </a:ext>
            </a:extLst>
          </p:cNvPr>
          <p:cNvSpPr txBox="1">
            <a:spLocks/>
          </p:cNvSpPr>
          <p:nvPr/>
        </p:nvSpPr>
        <p:spPr>
          <a:xfrm>
            <a:off x="552536" y="3371655"/>
            <a:ext cx="1258335" cy="28498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b="0" i="0" u="none" strike="noStrike" kern="1200" cap="none" spc="-20" normalizeH="0" baseline="0" noProof="0" dirty="0">
                <a:ln>
                  <a:noFill/>
                </a:ln>
                <a:solidFill>
                  <a:srgbClr val="FF7900"/>
                </a:solidFill>
                <a:effectLst/>
                <a:uLnTx/>
                <a:uFillTx/>
                <a:ea typeface="+mn-ea"/>
                <a:cs typeface="+mn-cs"/>
              </a:rPr>
              <a:t>Responsible</a:t>
            </a:r>
            <a:endParaRPr kumimoji="0" lang="en-US" sz="1200" b="0" i="0" u="none" strike="noStrike" kern="1200" cap="none" spc="-20" normalizeH="0" baseline="0" noProof="0" dirty="0">
              <a:ln>
                <a:noFill/>
              </a:ln>
              <a:solidFill>
                <a:srgbClr val="FFFFFF"/>
              </a:solidFill>
              <a:effectLst/>
              <a:uLnTx/>
              <a:uFillTx/>
              <a:ea typeface="+mn-ea"/>
              <a:cs typeface="+mn-cs"/>
            </a:endParaRPr>
          </a:p>
        </p:txBody>
      </p:sp>
      <p:sp>
        <p:nvSpPr>
          <p:cNvPr id="22" name="Text Placeholder 1">
            <a:extLst>
              <a:ext uri="{FF2B5EF4-FFF2-40B4-BE49-F238E27FC236}">
                <a16:creationId xmlns:a16="http://schemas.microsoft.com/office/drawing/2014/main" id="{0AEDF658-AFF8-A5F2-9C49-6FF1148543F6}"/>
              </a:ext>
            </a:extLst>
          </p:cNvPr>
          <p:cNvSpPr txBox="1">
            <a:spLocks/>
          </p:cNvSpPr>
          <p:nvPr/>
        </p:nvSpPr>
        <p:spPr>
          <a:xfrm>
            <a:off x="569914" y="4282637"/>
            <a:ext cx="1258335" cy="28498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Tx/>
              <a:buSzTx/>
              <a:buFontTx/>
              <a:buNone/>
              <a:tabLst/>
              <a:defRPr/>
            </a:pPr>
            <a:r>
              <a:rPr kumimoji="0" lang="en-US" b="0" i="0" u="none" strike="noStrike" kern="1200" cap="none" spc="-20" normalizeH="0" baseline="0" noProof="0" dirty="0">
                <a:ln>
                  <a:noFill/>
                </a:ln>
                <a:solidFill>
                  <a:srgbClr val="FF7900"/>
                </a:solidFill>
                <a:effectLst/>
                <a:uLnTx/>
                <a:uFillTx/>
                <a:ea typeface="+mn-ea"/>
                <a:cs typeface="+mn-cs"/>
              </a:rPr>
              <a:t>Bold</a:t>
            </a:r>
            <a:endParaRPr kumimoji="0" lang="en-US" sz="1050" b="0" i="0" u="none" strike="noStrike" kern="1200" cap="none" spc="-20" normalizeH="0" baseline="0" noProof="0" dirty="0">
              <a:ln>
                <a:noFill/>
              </a:ln>
              <a:solidFill>
                <a:srgbClr val="FFFFFF"/>
              </a:solidFill>
              <a:effectLst/>
              <a:uLnTx/>
              <a:uFillTx/>
              <a:ea typeface="+mn-ea"/>
              <a:cs typeface="+mn-cs"/>
            </a:endParaRPr>
          </a:p>
        </p:txBody>
      </p:sp>
      <p:sp>
        <p:nvSpPr>
          <p:cNvPr id="13" name="Text Placeholder 1">
            <a:extLst>
              <a:ext uri="{FF2B5EF4-FFF2-40B4-BE49-F238E27FC236}">
                <a16:creationId xmlns:a16="http://schemas.microsoft.com/office/drawing/2014/main" id="{0AB013E2-7D39-C1FB-0E49-C119245EA395}"/>
              </a:ext>
            </a:extLst>
          </p:cNvPr>
          <p:cNvSpPr txBox="1">
            <a:spLocks/>
          </p:cNvSpPr>
          <p:nvPr/>
        </p:nvSpPr>
        <p:spPr>
          <a:xfrm>
            <a:off x="1942068" y="2355683"/>
            <a:ext cx="1760357" cy="43213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mn-ea"/>
                <a:cs typeface="+mn-cs"/>
              </a:rPr>
              <a:t>We act to offer the best to our customers, colleagues and stakeholders.</a:t>
            </a:r>
            <a:br>
              <a:rPr kumimoji="0" lang="en-US" sz="1100" b="0" i="0" u="none" strike="noStrike" kern="1200" cap="none" spc="-20" normalizeH="0" baseline="0" noProof="0" dirty="0">
                <a:ln>
                  <a:noFill/>
                </a:ln>
                <a:solidFill>
                  <a:srgbClr val="FFFFFF"/>
                </a:solidFill>
                <a:effectLst/>
                <a:uLnTx/>
                <a:uFillTx/>
                <a:ea typeface="+mn-ea"/>
                <a:cs typeface="+mn-cs"/>
              </a:rPr>
            </a:br>
            <a:endParaRPr kumimoji="0" lang="en-US" sz="1100" b="0" i="0" u="none" strike="noStrike" kern="1200" cap="none" spc="-20" normalizeH="0" baseline="0" noProof="0" dirty="0">
              <a:ln>
                <a:noFill/>
              </a:ln>
              <a:solidFill>
                <a:srgbClr val="FFFFFF"/>
              </a:solidFill>
              <a:effectLst/>
              <a:uLnTx/>
              <a:uFillTx/>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b="0" i="0" u="none" strike="noStrike" kern="1200" cap="none" spc="-20" normalizeH="0" baseline="0" noProof="0" dirty="0">
              <a:ln>
                <a:noFill/>
              </a:ln>
              <a:solidFill>
                <a:srgbClr val="FFFFFF"/>
              </a:solidFill>
              <a:effectLst/>
              <a:uLnTx/>
              <a:uFillTx/>
              <a:ea typeface="+mn-ea"/>
              <a:cs typeface="+mn-cs"/>
            </a:endParaRPr>
          </a:p>
        </p:txBody>
      </p:sp>
      <p:sp>
        <p:nvSpPr>
          <p:cNvPr id="14" name="Text Placeholder 1">
            <a:extLst>
              <a:ext uri="{FF2B5EF4-FFF2-40B4-BE49-F238E27FC236}">
                <a16:creationId xmlns:a16="http://schemas.microsoft.com/office/drawing/2014/main" id="{232989DA-E68D-A527-1D31-1C1241B1B2C6}"/>
              </a:ext>
            </a:extLst>
          </p:cNvPr>
          <p:cNvSpPr txBox="1">
            <a:spLocks/>
          </p:cNvSpPr>
          <p:nvPr/>
        </p:nvSpPr>
        <p:spPr>
          <a:xfrm>
            <a:off x="1942068" y="3256928"/>
            <a:ext cx="1633889" cy="43213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mn-ea"/>
                <a:cs typeface="+mn-cs"/>
              </a:rPr>
              <a:t>We keep our promises, act responsibly and speak the truth.</a:t>
            </a:r>
            <a:br>
              <a:rPr kumimoji="0" lang="en-US" sz="1100" b="0" i="0" u="none" strike="noStrike" kern="1200" cap="none" spc="-20" normalizeH="0" baseline="0" noProof="0" dirty="0">
                <a:ln>
                  <a:noFill/>
                </a:ln>
                <a:solidFill>
                  <a:srgbClr val="FFFFFF"/>
                </a:solidFill>
                <a:effectLst/>
                <a:uLnTx/>
                <a:uFillTx/>
                <a:ea typeface="+mn-ea"/>
                <a:cs typeface="+mn-cs"/>
              </a:rPr>
            </a:br>
            <a:endParaRPr kumimoji="0" lang="en-US" sz="1100" b="0" i="0" u="none" strike="noStrike" kern="1200" cap="none" spc="-20" normalizeH="0" baseline="0" noProof="0" dirty="0">
              <a:ln>
                <a:noFill/>
              </a:ln>
              <a:solidFill>
                <a:srgbClr val="FFFFFF"/>
              </a:solidFill>
              <a:effectLst/>
              <a:uLnTx/>
              <a:uFillTx/>
              <a:ea typeface="+mn-ea"/>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20" normalizeH="0" baseline="0" noProof="0" dirty="0">
              <a:ln>
                <a:noFill/>
              </a:ln>
              <a:solidFill>
                <a:srgbClr val="FFFFFF"/>
              </a:solidFill>
              <a:effectLst/>
              <a:uLnTx/>
              <a:uFillTx/>
              <a:ea typeface="+mn-ea"/>
              <a:cs typeface="+mn-cs"/>
            </a:endParaRPr>
          </a:p>
        </p:txBody>
      </p:sp>
      <p:sp>
        <p:nvSpPr>
          <p:cNvPr id="15" name="Text Placeholder 1">
            <a:extLst>
              <a:ext uri="{FF2B5EF4-FFF2-40B4-BE49-F238E27FC236}">
                <a16:creationId xmlns:a16="http://schemas.microsoft.com/office/drawing/2014/main" id="{FF3886F5-53EC-E487-4F19-BDE9E269247B}"/>
              </a:ext>
            </a:extLst>
          </p:cNvPr>
          <p:cNvSpPr txBox="1">
            <a:spLocks/>
          </p:cNvSpPr>
          <p:nvPr/>
        </p:nvSpPr>
        <p:spPr>
          <a:xfrm>
            <a:off x="1941513" y="4167910"/>
            <a:ext cx="2011922" cy="43213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20" normalizeH="0" baseline="0" noProof="0" dirty="0">
                <a:ln>
                  <a:noFill/>
                </a:ln>
                <a:solidFill>
                  <a:srgbClr val="FFFFFF"/>
                </a:solidFill>
                <a:effectLst/>
                <a:uLnTx/>
                <a:uFillTx/>
                <a:ea typeface="+mn-ea"/>
                <a:cs typeface="+mn-cs"/>
              </a:rPr>
              <a:t>We are ambitious and determined, taking the initiative to seize opportunities.</a:t>
            </a:r>
          </a:p>
        </p:txBody>
      </p:sp>
      <p:cxnSp>
        <p:nvCxnSpPr>
          <p:cNvPr id="17" name="Straight Connector 16">
            <a:extLst>
              <a:ext uri="{FF2B5EF4-FFF2-40B4-BE49-F238E27FC236}">
                <a16:creationId xmlns:a16="http://schemas.microsoft.com/office/drawing/2014/main" id="{17D62B35-D815-D0E8-54EE-D211A6F59ED5}"/>
              </a:ext>
            </a:extLst>
          </p:cNvPr>
          <p:cNvCxnSpPr/>
          <p:nvPr/>
        </p:nvCxnSpPr>
        <p:spPr>
          <a:xfrm>
            <a:off x="569914" y="3003176"/>
            <a:ext cx="3132511" cy="0"/>
          </a:xfrm>
          <a:prstGeom prst="line">
            <a:avLst/>
          </a:prstGeom>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6D052C0F-7DF5-5F51-4BA5-44E49C3746F1}"/>
              </a:ext>
            </a:extLst>
          </p:cNvPr>
          <p:cNvCxnSpPr/>
          <p:nvPr/>
        </p:nvCxnSpPr>
        <p:spPr>
          <a:xfrm>
            <a:off x="569914" y="3917576"/>
            <a:ext cx="3132511"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0647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2579-2842-CF7D-1641-BC388E36CFC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734DA02-807A-3283-B3ED-0C4F469C8813}"/>
              </a:ext>
            </a:extLst>
          </p:cNvPr>
          <p:cNvSpPr>
            <a:spLocks noGrp="1"/>
          </p:cNvSpPr>
          <p:nvPr>
            <p:ph idx="1"/>
          </p:nvPr>
        </p:nvSpPr>
        <p:spPr>
          <a:xfrm>
            <a:off x="569913" y="1491630"/>
            <a:ext cx="4270523" cy="2376264"/>
          </a:xfrm>
        </p:spPr>
        <p:txBody>
          <a:bodyPr/>
          <a:lstStyle/>
          <a:p>
            <a:pPr lvl="0" defTabSz="913303">
              <a:lnSpc>
                <a:spcPct val="100000"/>
              </a:lnSpc>
              <a:buClrTx/>
              <a:buSzTx/>
              <a:defRPr/>
            </a:pPr>
            <a:r>
              <a:rPr lang="en-US" sz="1100" b="0" noProof="0" dirty="0">
                <a:cs typeface="Helvetica Neue"/>
              </a:rPr>
              <a:t>Orange Learning portal: </a:t>
            </a:r>
            <a:r>
              <a:rPr lang="en-US" sz="1100" b="0" noProof="0" dirty="0">
                <a:solidFill>
                  <a:schemeClr val="tx1"/>
                </a:solidFill>
                <a:cs typeface="Helvetica Neue"/>
              </a:rPr>
              <a:t>professional training courses open for all employees, focused on digital expertise: CSR, data &amp; AI, cybersecurity, digital trust, Cloud and digital platforms, project management and agility at scale.</a:t>
            </a:r>
          </a:p>
          <a:p>
            <a:pPr lvl="0" defTabSz="913303">
              <a:lnSpc>
                <a:spcPct val="100000"/>
              </a:lnSpc>
              <a:buClrTx/>
              <a:buSzTx/>
              <a:defRPr/>
            </a:pPr>
            <a:endParaRPr lang="en-US" sz="1100" noProof="0" dirty="0">
              <a:solidFill>
                <a:schemeClr val="tx1"/>
              </a:solidFill>
              <a:cs typeface="Helvetica Neue"/>
            </a:endParaRPr>
          </a:p>
          <a:p>
            <a:pPr lvl="0" defTabSz="913303">
              <a:lnSpc>
                <a:spcPct val="100000"/>
              </a:lnSpc>
              <a:buClrTx/>
              <a:buSzTx/>
              <a:defRPr/>
            </a:pPr>
            <a:r>
              <a:rPr lang="en-US" sz="1100" b="0" noProof="0" dirty="0">
                <a:cs typeface="Helvetica Neue"/>
              </a:rPr>
              <a:t>Digital Services School: </a:t>
            </a:r>
            <a:r>
              <a:rPr lang="en-US" sz="1100" b="0" noProof="0" dirty="0">
                <a:solidFill>
                  <a:schemeClr val="tx1"/>
                </a:solidFill>
              </a:rPr>
              <a:t>a Qualiopi-certified training organization drawing on 200+ experts in Data, AI, Generative AI, Cloud, and Digital. It offers a wide catalog of off-the-shelf and customized courses, some of which are France Compétences certified.</a:t>
            </a:r>
          </a:p>
          <a:p>
            <a:pPr lvl="0" defTabSz="913303">
              <a:lnSpc>
                <a:spcPct val="100000"/>
              </a:lnSpc>
              <a:buClrTx/>
              <a:buSzTx/>
              <a:defRPr/>
            </a:pPr>
            <a:endParaRPr lang="en-US" sz="1100" b="0" noProof="0" dirty="0">
              <a:solidFill>
                <a:schemeClr val="tx1"/>
              </a:solidFill>
            </a:endParaRPr>
          </a:p>
          <a:p>
            <a:pPr lvl="0" defTabSz="913303">
              <a:lnSpc>
                <a:spcPct val="100000"/>
              </a:lnSpc>
              <a:buClrTx/>
              <a:buSzTx/>
              <a:defRPr/>
            </a:pPr>
            <a:r>
              <a:rPr lang="en-US" sz="1100" b="0" noProof="0" dirty="0">
                <a:cs typeface="Helvetica Neue"/>
              </a:rPr>
              <a:t>In-house business schools: </a:t>
            </a:r>
            <a:r>
              <a:rPr lang="en-US" sz="1100" b="0" noProof="0" dirty="0">
                <a:solidFill>
                  <a:schemeClr val="tx1"/>
                </a:solidFill>
                <a:cs typeface="Helvetica Neue"/>
              </a:rPr>
              <a:t>4 specialized schools to support skills development for our employees. </a:t>
            </a:r>
          </a:p>
        </p:txBody>
      </p:sp>
      <p:sp>
        <p:nvSpPr>
          <p:cNvPr id="2" name="Title 1">
            <a:extLst>
              <a:ext uri="{FF2B5EF4-FFF2-40B4-BE49-F238E27FC236}">
                <a16:creationId xmlns:a16="http://schemas.microsoft.com/office/drawing/2014/main" id="{A2D77B8A-6FD3-19A3-0452-5AFD92FF916A}"/>
              </a:ext>
            </a:extLst>
          </p:cNvPr>
          <p:cNvSpPr>
            <a:spLocks noGrp="1"/>
          </p:cNvSpPr>
          <p:nvPr>
            <p:ph type="title"/>
          </p:nvPr>
        </p:nvSpPr>
        <p:spPr/>
        <p:txBody>
          <a:bodyPr/>
          <a:lstStyle/>
          <a:p>
            <a:r>
              <a:rPr lang="en-US" noProof="0" dirty="0"/>
              <a:t>Building the skills of tomorrow</a:t>
            </a:r>
            <a:br>
              <a:rPr lang="en-US" noProof="0" dirty="0"/>
            </a:br>
            <a:r>
              <a:rPr lang="en-US" sz="1400" noProof="0" dirty="0">
                <a:solidFill>
                  <a:schemeClr val="tx1"/>
                </a:solidFill>
              </a:rPr>
              <a:t>Investing in our people to stay ahead of all the challenges.</a:t>
            </a:r>
            <a:endParaRPr lang="en-US" noProof="0" dirty="0">
              <a:solidFill>
                <a:schemeClr val="tx1"/>
              </a:solidFill>
            </a:endParaRPr>
          </a:p>
        </p:txBody>
      </p:sp>
      <p:pic>
        <p:nvPicPr>
          <p:cNvPr id="7" name="Image 3">
            <a:extLst>
              <a:ext uri="{FF2B5EF4-FFF2-40B4-BE49-F238E27FC236}">
                <a16:creationId xmlns:a16="http://schemas.microsoft.com/office/drawing/2014/main" id="{8A8C7D48-6430-B18F-A74F-282FD3D05DF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81010" y="3203250"/>
            <a:ext cx="582181" cy="582181"/>
          </a:xfrm>
          <a:prstGeom prst="rect">
            <a:avLst/>
          </a:prstGeom>
        </p:spPr>
      </p:pic>
      <p:pic>
        <p:nvPicPr>
          <p:cNvPr id="8" name="Image 5">
            <a:extLst>
              <a:ext uri="{FF2B5EF4-FFF2-40B4-BE49-F238E27FC236}">
                <a16:creationId xmlns:a16="http://schemas.microsoft.com/office/drawing/2014/main" id="{C3CC128C-7F39-6A50-CA0D-3CF5F4A7FA8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5141598" y="2001527"/>
            <a:ext cx="661004" cy="661004"/>
          </a:xfrm>
          <a:prstGeom prst="rect">
            <a:avLst/>
          </a:prstGeom>
        </p:spPr>
      </p:pic>
      <p:sp>
        <p:nvSpPr>
          <p:cNvPr id="9" name="TextBox 15">
            <a:extLst>
              <a:ext uri="{FF2B5EF4-FFF2-40B4-BE49-F238E27FC236}">
                <a16:creationId xmlns:a16="http://schemas.microsoft.com/office/drawing/2014/main" id="{43D1B019-EAB3-01FC-982C-CE72FB1637ED}"/>
              </a:ext>
            </a:extLst>
          </p:cNvPr>
          <p:cNvSpPr txBox="1"/>
          <p:nvPr/>
        </p:nvSpPr>
        <p:spPr>
          <a:xfrm>
            <a:off x="6093020" y="2031947"/>
            <a:ext cx="2736304" cy="6001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7900"/>
                </a:solidFill>
                <a:effectLst/>
                <a:uLnTx/>
                <a:uFillTx/>
                <a:ea typeface="+mn-ea"/>
                <a:cs typeface="+mn-cs"/>
              </a:rPr>
              <a:t>15,000</a:t>
            </a:r>
            <a:br>
              <a:rPr kumimoji="0" lang="en-US" sz="1200" b="0" i="0" u="none" strike="noStrike" kern="1200" cap="none" spc="0" normalizeH="0" baseline="0" noProof="0" dirty="0">
                <a:ln>
                  <a:noFill/>
                </a:ln>
                <a:solidFill>
                  <a:srgbClr val="FF7900"/>
                </a:solidFill>
                <a:effectLst/>
                <a:uLnTx/>
                <a:uFillTx/>
                <a:ea typeface="+mn-ea"/>
                <a:cs typeface="+mn-cs"/>
              </a:rPr>
            </a:br>
            <a:r>
              <a:rPr kumimoji="0" lang="en-US" sz="1100" b="0" i="0" u="none" strike="noStrike" kern="1200" cap="none" spc="0" normalizeH="0" baseline="0" noProof="0" dirty="0">
                <a:ln>
                  <a:noFill/>
                </a:ln>
                <a:effectLst/>
                <a:uLnTx/>
                <a:uFillTx/>
                <a:ea typeface="+mn-ea"/>
                <a:cs typeface="+mn-cs"/>
              </a:rPr>
              <a:t>employees upskilled/reskilled</a:t>
            </a:r>
            <a:endParaRPr kumimoji="0" lang="en-US" sz="1200" b="0" i="0" u="none" strike="noStrike" kern="1200" cap="none" spc="0" normalizeH="0" baseline="0" noProof="0" dirty="0">
              <a:ln>
                <a:noFill/>
              </a:ln>
              <a:effectLst/>
              <a:uLnTx/>
              <a:uFillTx/>
              <a:ea typeface="+mn-ea"/>
              <a:cs typeface="+mn-cs"/>
            </a:endParaRPr>
          </a:p>
        </p:txBody>
      </p:sp>
      <p:sp>
        <p:nvSpPr>
          <p:cNvPr id="10" name="Text Placeholder 1">
            <a:extLst>
              <a:ext uri="{FF2B5EF4-FFF2-40B4-BE49-F238E27FC236}">
                <a16:creationId xmlns:a16="http://schemas.microsoft.com/office/drawing/2014/main" id="{6AF9C2A1-14FD-2D23-2EBA-E72576697BBC}"/>
              </a:ext>
            </a:extLst>
          </p:cNvPr>
          <p:cNvSpPr txBox="1">
            <a:spLocks/>
          </p:cNvSpPr>
          <p:nvPr/>
        </p:nvSpPr>
        <p:spPr>
          <a:xfrm>
            <a:off x="6084168" y="3253770"/>
            <a:ext cx="2592288" cy="53999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1" indent="0" algn="l" defTabSz="914400" rtl="0" eaLnBrk="1" fontAlgn="auto" latinLnBrk="0" hangingPunct="1">
              <a:lnSpc>
                <a:spcPct val="90000"/>
              </a:lnSpc>
              <a:spcBef>
                <a:spcPts val="600"/>
              </a:spcBef>
              <a:spcAft>
                <a:spcPts val="0"/>
              </a:spcAft>
              <a:buClrTx/>
              <a:buSzTx/>
              <a:buFontTx/>
              <a:buNone/>
              <a:tabLst/>
              <a:defRPr/>
            </a:pPr>
            <a:r>
              <a:rPr kumimoji="0" lang="en-US" sz="2400" b="0" i="0" u="none" strike="noStrike" kern="1200" cap="none" spc="-20" normalizeH="0" baseline="0" noProof="0" dirty="0">
                <a:ln>
                  <a:noFill/>
                </a:ln>
                <a:solidFill>
                  <a:srgbClr val="FF7900"/>
                </a:solidFill>
                <a:effectLst/>
                <a:uLnTx/>
                <a:uFillTx/>
                <a:ea typeface="+mn-ea"/>
                <a:cs typeface="+mn-cs"/>
              </a:rPr>
              <a:t>30,000</a:t>
            </a:r>
            <a:br>
              <a:rPr kumimoji="0" lang="en-US" sz="2000" b="0" i="0" u="none" strike="noStrike" kern="1200" cap="none" spc="-20" normalizeH="0" baseline="0" noProof="0" dirty="0">
                <a:ln>
                  <a:noFill/>
                </a:ln>
                <a:solidFill>
                  <a:srgbClr val="FF7900"/>
                </a:solidFill>
                <a:effectLst/>
                <a:uLnTx/>
                <a:uFillTx/>
                <a:ea typeface="+mn-ea"/>
                <a:cs typeface="+mn-cs"/>
              </a:rPr>
            </a:br>
            <a:r>
              <a:rPr kumimoji="0" lang="en-US" sz="1100" b="0" i="0" u="none" strike="noStrike" kern="1200" cap="none" spc="-20" normalizeH="0" baseline="0" noProof="0" dirty="0">
                <a:ln>
                  <a:noFill/>
                </a:ln>
                <a:solidFill>
                  <a:srgbClr val="FFFFFF"/>
                </a:solidFill>
                <a:effectLst/>
                <a:uLnTx/>
                <a:uFillTx/>
                <a:ea typeface="+mn-ea"/>
                <a:cs typeface="+mn-cs"/>
              </a:rPr>
              <a:t>certifications with </a:t>
            </a:r>
            <a:r>
              <a:rPr kumimoji="0" lang="en-US" sz="1100" b="0" i="0" u="none" strike="noStrike" kern="1200" cap="none" spc="-20" normalizeH="0" baseline="0" noProof="0" dirty="0">
                <a:ln>
                  <a:noFill/>
                </a:ln>
                <a:solidFill>
                  <a:schemeClr val="bg2"/>
                </a:solidFill>
                <a:effectLst/>
                <a:uLnTx/>
                <a:uFillTx/>
                <a:ea typeface="+mn-ea"/>
                <a:cs typeface="+mn-cs"/>
              </a:rPr>
              <a:t>50% </a:t>
            </a:r>
            <a:r>
              <a:rPr kumimoji="0" lang="en-US" sz="1100" b="0" i="0" u="none" strike="noStrike" kern="1200" cap="none" spc="-20" normalizeH="0" baseline="0" noProof="0" dirty="0">
                <a:ln>
                  <a:noFill/>
                </a:ln>
                <a:solidFill>
                  <a:srgbClr val="FFFFFF"/>
                </a:solidFill>
                <a:effectLst/>
                <a:uLnTx/>
                <a:uFillTx/>
                <a:ea typeface="+mn-ea"/>
                <a:cs typeface="+mn-cs"/>
              </a:rPr>
              <a:t>targeted to drive our digital transformation in Data &amp; </a:t>
            </a:r>
            <a:r>
              <a:rPr lang="en-US" sz="1100" noProof="0" dirty="0">
                <a:solidFill>
                  <a:srgbClr val="FFFFFF"/>
                </a:solidFill>
              </a:rPr>
              <a:t>AI</a:t>
            </a:r>
            <a:r>
              <a:rPr kumimoji="0" lang="en-US" sz="1100" b="0" i="0" u="none" strike="noStrike" kern="1200" cap="none" spc="-20" normalizeH="0" baseline="0" noProof="0" dirty="0">
                <a:ln>
                  <a:noFill/>
                </a:ln>
                <a:solidFill>
                  <a:srgbClr val="FFFFFF"/>
                </a:solidFill>
                <a:effectLst/>
                <a:uLnTx/>
                <a:uFillTx/>
                <a:ea typeface="+mn-ea"/>
                <a:cs typeface="+mn-cs"/>
              </a:rPr>
              <a:t>, Cloud and Security</a:t>
            </a:r>
            <a:endParaRPr kumimoji="0" lang="en-US" sz="1400" b="0" i="0" u="none" strike="noStrike" kern="1200" cap="none" spc="-20" normalizeH="0" baseline="0" noProof="0" dirty="0">
              <a:ln>
                <a:noFill/>
              </a:ln>
              <a:solidFill>
                <a:srgbClr val="FFFFFF"/>
              </a:solidFill>
              <a:effectLst/>
              <a:uLnTx/>
              <a:uFillTx/>
              <a:ea typeface="+mn-ea"/>
              <a:cs typeface="+mn-cs"/>
            </a:endParaRPr>
          </a:p>
        </p:txBody>
      </p:sp>
      <p:sp>
        <p:nvSpPr>
          <p:cNvPr id="11" name="ZoneTexte 9">
            <a:extLst>
              <a:ext uri="{FF2B5EF4-FFF2-40B4-BE49-F238E27FC236}">
                <a16:creationId xmlns:a16="http://schemas.microsoft.com/office/drawing/2014/main" id="{5C5A02EB-A31D-1C68-137E-A35628C425BA}"/>
              </a:ext>
            </a:extLst>
          </p:cNvPr>
          <p:cNvSpPr txBox="1"/>
          <p:nvPr/>
        </p:nvSpPr>
        <p:spPr>
          <a:xfrm>
            <a:off x="5207472" y="1489740"/>
            <a:ext cx="2426903" cy="270600"/>
          </a:xfrm>
          <a:prstGeom prst="rect">
            <a:avLst/>
          </a:prstGeom>
        </p:spPr>
        <p:txBody>
          <a:bodyPr vert="horz" wrap="square" lIns="0" tIns="0" rIns="0" bIns="0" rtlCol="0" anchor="t" anchorCtr="0">
            <a:noAutofit/>
          </a:bodyPr>
          <a:lstStyle/>
          <a:p>
            <a:pPr algn="l"/>
            <a:r>
              <a:rPr lang="en-US" sz="1400" noProof="0" dirty="0">
                <a:solidFill>
                  <a:schemeClr val="accent1"/>
                </a:solidFill>
              </a:rPr>
              <a:t>Our 2030 ambitions</a:t>
            </a:r>
          </a:p>
        </p:txBody>
      </p:sp>
      <p:cxnSp>
        <p:nvCxnSpPr>
          <p:cNvPr id="13" name="Straight Connector 12">
            <a:extLst>
              <a:ext uri="{FF2B5EF4-FFF2-40B4-BE49-F238E27FC236}">
                <a16:creationId xmlns:a16="http://schemas.microsoft.com/office/drawing/2014/main" id="{469C72A2-84CF-FB46-967E-6280D6C7DDB7}"/>
              </a:ext>
            </a:extLst>
          </p:cNvPr>
          <p:cNvCxnSpPr>
            <a:cxnSpLocks/>
          </p:cNvCxnSpPr>
          <p:nvPr/>
        </p:nvCxnSpPr>
        <p:spPr>
          <a:xfrm>
            <a:off x="4932040" y="1489740"/>
            <a:ext cx="0" cy="2719951"/>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2591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4025-5D7C-2627-67E6-FBF6B6BDA6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116997-AFDF-B990-9E35-C3B60B7D40C1}"/>
              </a:ext>
            </a:extLst>
          </p:cNvPr>
          <p:cNvSpPr>
            <a:spLocks noGrp="1"/>
          </p:cNvSpPr>
          <p:nvPr>
            <p:ph type="title"/>
          </p:nvPr>
        </p:nvSpPr>
        <p:spPr>
          <a:xfrm>
            <a:off x="569914" y="571500"/>
            <a:ext cx="8322566" cy="569913"/>
          </a:xfrm>
        </p:spPr>
        <p:txBody>
          <a:bodyPr/>
          <a:lstStyle/>
          <a:p>
            <a:r>
              <a:rPr lang="en-US" noProof="0" dirty="0"/>
              <a:t>Our responsibility: for the planet, for people, for a better digital world</a:t>
            </a:r>
            <a:br>
              <a:rPr lang="en-US" noProof="0" dirty="0"/>
            </a:br>
            <a:endParaRPr lang="en-US" noProof="0" dirty="0"/>
          </a:p>
        </p:txBody>
      </p:sp>
      <p:sp>
        <p:nvSpPr>
          <p:cNvPr id="7" name="ZoneTexte 5">
            <a:extLst>
              <a:ext uri="{FF2B5EF4-FFF2-40B4-BE49-F238E27FC236}">
                <a16:creationId xmlns:a16="http://schemas.microsoft.com/office/drawing/2014/main" id="{F6F48849-05B0-EB4C-8B91-244B3792B207}"/>
              </a:ext>
            </a:extLst>
          </p:cNvPr>
          <p:cNvSpPr txBox="1"/>
          <p:nvPr/>
        </p:nvSpPr>
        <p:spPr>
          <a:xfrm>
            <a:off x="569914" y="1694755"/>
            <a:ext cx="1683794" cy="193899"/>
          </a:xfrm>
          <a:prstGeom prst="rect">
            <a:avLst/>
          </a:prstGeom>
        </p:spPr>
        <p:txBody>
          <a:bodyPr wrap="none" lIns="0" tIns="0" rIns="0" bIns="0" rtlCol="0">
            <a:spAutoFit/>
          </a:bodyPr>
          <a:lstStyle/>
          <a:p>
            <a:pPr marL="0" marR="0" lvl="0" indent="0" defTabSz="914400" rtl="0" eaLnBrk="1" fontAlgn="auto" latinLnBrk="0" hangingPunct="1">
              <a:lnSpc>
                <a:spcPct val="90000"/>
              </a:lnSpc>
              <a:spcBef>
                <a:spcPts val="600"/>
              </a:spcBef>
              <a:spcAft>
                <a:spcPts val="0"/>
              </a:spcAft>
              <a:buClrTx/>
              <a:buSzTx/>
              <a:buFontTx/>
              <a:buNone/>
              <a:tabLst/>
              <a:defRPr/>
            </a:pPr>
            <a:r>
              <a:rPr kumimoji="0" lang="en-US" sz="1400" b="0" i="0" u="none" strike="noStrike" kern="1200" cap="none" spc="-20" normalizeH="0" baseline="0" noProof="0" dirty="0">
                <a:ln>
                  <a:noFill/>
                </a:ln>
                <a:solidFill>
                  <a:srgbClr val="FF7900"/>
                </a:solidFill>
                <a:effectLst/>
                <a:uLnTx/>
                <a:uFillTx/>
                <a:ea typeface="+mn-ea"/>
                <a:cs typeface="+mn-cs"/>
              </a:rPr>
              <a:t>Acting for the planet</a:t>
            </a:r>
          </a:p>
        </p:txBody>
      </p:sp>
      <p:sp>
        <p:nvSpPr>
          <p:cNvPr id="8" name="ZoneTexte 7">
            <a:extLst>
              <a:ext uri="{FF2B5EF4-FFF2-40B4-BE49-F238E27FC236}">
                <a16:creationId xmlns:a16="http://schemas.microsoft.com/office/drawing/2014/main" id="{BC16623F-11A2-670A-8BBF-CEED107921D7}"/>
              </a:ext>
            </a:extLst>
          </p:cNvPr>
          <p:cNvSpPr txBox="1"/>
          <p:nvPr/>
        </p:nvSpPr>
        <p:spPr>
          <a:xfrm>
            <a:off x="6228184" y="1694755"/>
            <a:ext cx="2072733" cy="193899"/>
          </a:xfrm>
          <a:prstGeom prst="rect">
            <a:avLst/>
          </a:prstGeom>
        </p:spPr>
        <p:txBody>
          <a:bodyPr wrap="square" lIns="0" tIns="0" rIns="0" bIns="0" rtlCol="0">
            <a:spAutoFit/>
          </a:bodyPr>
          <a:lstStyle/>
          <a:p>
            <a:pPr marR="0" lvl="0" indent="0" fontAlgn="auto">
              <a:lnSpc>
                <a:spcPct val="90000"/>
              </a:lnSpc>
              <a:spcBef>
                <a:spcPts val="600"/>
              </a:spcBef>
              <a:spcAft>
                <a:spcPts val="0"/>
              </a:spcAft>
              <a:buClrTx/>
              <a:buSzTx/>
              <a:buFontTx/>
              <a:buNone/>
              <a:tabLst/>
              <a:defRPr/>
            </a:pPr>
            <a:r>
              <a:rPr lang="en-US" sz="1400" spc="-20" noProof="0" dirty="0">
                <a:solidFill>
                  <a:srgbClr val="FF7900"/>
                </a:solidFill>
              </a:rPr>
              <a:t>Valuing our differences </a:t>
            </a:r>
          </a:p>
        </p:txBody>
      </p:sp>
      <p:sp>
        <p:nvSpPr>
          <p:cNvPr id="9" name="ZoneTexte 3">
            <a:extLst>
              <a:ext uri="{FF2B5EF4-FFF2-40B4-BE49-F238E27FC236}">
                <a16:creationId xmlns:a16="http://schemas.microsoft.com/office/drawing/2014/main" id="{4ED4CC8B-19A2-69F5-AA6E-E26A37605905}"/>
              </a:ext>
            </a:extLst>
          </p:cNvPr>
          <p:cNvSpPr txBox="1"/>
          <p:nvPr/>
        </p:nvSpPr>
        <p:spPr>
          <a:xfrm>
            <a:off x="3333247" y="1694755"/>
            <a:ext cx="2290803" cy="430887"/>
          </a:xfrm>
          <a:prstGeom prst="rect">
            <a:avLst/>
          </a:prstGeom>
          <a:noFill/>
        </p:spPr>
        <p:txBody>
          <a:bodyPr wrap="square" lIns="0" tIns="0" rIns="0" bIns="0">
            <a:spAutoFit/>
          </a:bodyPr>
          <a:lstStyle/>
          <a:p>
            <a:pPr>
              <a:spcBef>
                <a:spcPts val="600"/>
              </a:spcBef>
              <a:defRPr/>
            </a:pPr>
            <a:r>
              <a:rPr lang="en-US" sz="1400" spc="-20" noProof="0" dirty="0">
                <a:solidFill>
                  <a:srgbClr val="FF7900"/>
                </a:solidFill>
              </a:rPr>
              <a:t>Committed to responsible digital technology </a:t>
            </a:r>
          </a:p>
        </p:txBody>
      </p:sp>
      <p:sp>
        <p:nvSpPr>
          <p:cNvPr id="13" name="ZoneTexte 17">
            <a:extLst>
              <a:ext uri="{FF2B5EF4-FFF2-40B4-BE49-F238E27FC236}">
                <a16:creationId xmlns:a16="http://schemas.microsoft.com/office/drawing/2014/main" id="{F2F79D55-C577-691D-6FB5-152348E42485}"/>
              </a:ext>
            </a:extLst>
          </p:cNvPr>
          <p:cNvSpPr txBox="1"/>
          <p:nvPr/>
        </p:nvSpPr>
        <p:spPr>
          <a:xfrm>
            <a:off x="569913" y="2143959"/>
            <a:ext cx="2502893" cy="2369880"/>
          </a:xfrm>
          <a:prstGeom prst="rect">
            <a:avLst/>
          </a:prstGeom>
          <a:noFill/>
        </p:spPr>
        <p:txBody>
          <a:bodyPr wrap="square" lIns="0" tIns="0" rIns="0" bIns="0">
            <a:spAutoFit/>
          </a:bodyPr>
          <a:lstStyle/>
          <a:p>
            <a:pPr marL="7938" lvl="0">
              <a:defRPr/>
            </a:pPr>
            <a:r>
              <a:rPr lang="en-US" sz="1100" noProof="0" dirty="0">
                <a:solidFill>
                  <a:srgbClr val="FFFFFF">
                    <a:lumMod val="95000"/>
                  </a:srgbClr>
                </a:solidFill>
                <a:cs typeface="Times New Roman" panose="02020603050405020304" pitchFamily="18" charset="0"/>
              </a:rPr>
              <a:t>In 2020, we launched the </a:t>
            </a:r>
            <a:r>
              <a:rPr lang="en-US" sz="1100" noProof="0" dirty="0">
                <a:solidFill>
                  <a:schemeClr val="bg2"/>
                </a:solidFill>
                <a:cs typeface="Times New Roman" panose="02020603050405020304" pitchFamily="18" charset="0"/>
              </a:rPr>
              <a:t>Green Act </a:t>
            </a:r>
            <a:r>
              <a:rPr lang="en-US" sz="1100" noProof="0" dirty="0">
                <a:cs typeface="Times New Roman" panose="02020603050405020304" pitchFamily="18" charset="0"/>
              </a:rPr>
              <a:t>program</a:t>
            </a:r>
            <a:r>
              <a:rPr lang="en-US" sz="1100" noProof="0" dirty="0">
                <a:solidFill>
                  <a:srgbClr val="FFFFFF">
                    <a:lumMod val="95000"/>
                  </a:srgbClr>
                </a:solidFill>
                <a:cs typeface="Times New Roman" panose="02020603050405020304" pitchFamily="18" charset="0"/>
              </a:rPr>
              <a:t> to embed environmental responsibility across the entire company and its stakeholders.</a:t>
            </a:r>
            <a:br>
              <a:rPr lang="en-US" sz="1100" noProof="0" dirty="0">
                <a:solidFill>
                  <a:srgbClr val="FFFFFF">
                    <a:lumMod val="95000"/>
                  </a:srgbClr>
                </a:solidFill>
                <a:cs typeface="Times New Roman" panose="02020603050405020304" pitchFamily="18" charset="0"/>
              </a:rPr>
            </a:br>
            <a:br>
              <a:rPr lang="en-US" sz="1100" noProof="0" dirty="0">
                <a:solidFill>
                  <a:srgbClr val="FFFFFF">
                    <a:lumMod val="95000"/>
                  </a:srgbClr>
                </a:solidFill>
                <a:cs typeface="Times New Roman" panose="02020603050405020304" pitchFamily="18" charset="0"/>
              </a:rPr>
            </a:br>
            <a:r>
              <a:rPr lang="en-US" sz="1100" noProof="0" dirty="0">
                <a:solidFill>
                  <a:srgbClr val="FFFFFF">
                    <a:lumMod val="95000"/>
                  </a:srgbClr>
                </a:solidFill>
                <a:cs typeface="Times New Roman" panose="02020603050405020304" pitchFamily="18" charset="0"/>
              </a:rPr>
              <a:t>Our ambition: </a:t>
            </a:r>
            <a:r>
              <a:rPr lang="en-US" sz="1100" noProof="0" dirty="0">
                <a:solidFill>
                  <a:schemeClr val="bg2"/>
                </a:solidFill>
                <a:cs typeface="Times New Roman" panose="02020603050405020304" pitchFamily="18" charset="0"/>
              </a:rPr>
              <a:t>net zero carbon by 2040</a:t>
            </a:r>
            <a:r>
              <a:rPr lang="en-US" sz="1100" noProof="0" dirty="0">
                <a:solidFill>
                  <a:srgbClr val="FFFFFF">
                    <a:lumMod val="95000"/>
                  </a:srgbClr>
                </a:solidFill>
                <a:cs typeface="Times New Roman" panose="02020603050405020304" pitchFamily="18" charset="0"/>
              </a:rPr>
              <a:t>, and </a:t>
            </a:r>
            <a:r>
              <a:rPr lang="en-US" sz="1100" noProof="0" dirty="0">
                <a:solidFill>
                  <a:schemeClr val="bg2"/>
                </a:solidFill>
                <a:cs typeface="Times New Roman" panose="02020603050405020304" pitchFamily="18" charset="0"/>
              </a:rPr>
              <a:t>a 45% reduction in our carbon footprint by 2030</a:t>
            </a:r>
            <a:r>
              <a:rPr lang="en-US" sz="1100" noProof="0" dirty="0">
                <a:solidFill>
                  <a:srgbClr val="FFFFFF">
                    <a:lumMod val="95000"/>
                  </a:srgbClr>
                </a:solidFill>
                <a:cs typeface="Times New Roman" panose="02020603050405020304" pitchFamily="18" charset="0"/>
              </a:rPr>
              <a:t>.</a:t>
            </a:r>
          </a:p>
          <a:p>
            <a:pPr marL="7938" lvl="0">
              <a:defRPr/>
            </a:pPr>
            <a:br>
              <a:rPr lang="en-US" sz="1100" noProof="0" dirty="0">
                <a:solidFill>
                  <a:srgbClr val="FFFFFF">
                    <a:lumMod val="95000"/>
                  </a:srgbClr>
                </a:solidFill>
                <a:cs typeface="Times New Roman" panose="02020603050405020304" pitchFamily="18" charset="0"/>
              </a:rPr>
            </a:br>
            <a:r>
              <a:rPr lang="en-US" sz="1100" noProof="0" dirty="0">
                <a:solidFill>
                  <a:srgbClr val="FFFFFF">
                    <a:lumMod val="95000"/>
                  </a:srgbClr>
                </a:solidFill>
                <a:cs typeface="Times New Roman" panose="02020603050405020304" pitchFamily="18" charset="0"/>
              </a:rPr>
              <a:t>Our efforts are internationally recognized, with certifications from SBTi and EcoVadis. </a:t>
            </a:r>
            <a:r>
              <a:rPr lang="en-US" sz="1100" noProof="0" dirty="0">
                <a:solidFill>
                  <a:srgbClr val="FF7900"/>
                </a:solidFill>
                <a:cs typeface="Times New Roman" panose="02020603050405020304" pitchFamily="18" charset="0"/>
              </a:rPr>
              <a:t>Orange ranks in the top 1% of eco-responsible companies, </a:t>
            </a:r>
            <a:r>
              <a:rPr lang="en-US" sz="1100" noProof="0" dirty="0">
                <a:solidFill>
                  <a:srgbClr val="FFFFFF">
                    <a:lumMod val="95000"/>
                  </a:srgbClr>
                </a:solidFill>
                <a:cs typeface="Times New Roman" panose="02020603050405020304" pitchFamily="18" charset="0"/>
              </a:rPr>
              <a:t>with a score of 88/100.</a:t>
            </a:r>
          </a:p>
        </p:txBody>
      </p:sp>
      <p:sp>
        <p:nvSpPr>
          <p:cNvPr id="32" name="ZoneTexte 21">
            <a:extLst>
              <a:ext uri="{FF2B5EF4-FFF2-40B4-BE49-F238E27FC236}">
                <a16:creationId xmlns:a16="http://schemas.microsoft.com/office/drawing/2014/main" id="{FF59DA51-0CD2-D416-FBB4-0A82DBD4B877}"/>
              </a:ext>
            </a:extLst>
          </p:cNvPr>
          <p:cNvSpPr txBox="1"/>
          <p:nvPr/>
        </p:nvSpPr>
        <p:spPr>
          <a:xfrm>
            <a:off x="3314187" y="2143959"/>
            <a:ext cx="2593255" cy="2708434"/>
          </a:xfrm>
          <a:prstGeom prst="rect">
            <a:avLst/>
          </a:prstGeom>
          <a:noFill/>
        </p:spPr>
        <p:txBody>
          <a:bodyPr wrap="square" lIns="0" tIns="0" rIns="0" bIns="0">
            <a:spAutoFit/>
          </a:bodyPr>
          <a:lstStyle/>
          <a:p>
            <a:pPr marR="0" lvl="0" defTabSz="914400" rtl="0" eaLnBrk="1" fontAlgn="auto" latinLnBrk="0" hangingPunct="1">
              <a:spcAft>
                <a:spcPts val="0"/>
              </a:spcAft>
              <a:buClr>
                <a:srgbClr val="FF7900"/>
              </a:buClr>
              <a:buSzTx/>
              <a:defRPr/>
            </a:pPr>
            <a:r>
              <a:rPr lang="en-US" sz="1100" noProof="0" dirty="0">
                <a:solidFill>
                  <a:srgbClr val="FFFFFF">
                    <a:lumMod val="95000"/>
                  </a:srgbClr>
                </a:solidFill>
                <a:ea typeface="Calibri" panose="020F0502020204030204" pitchFamily="34" charset="0"/>
                <a:cs typeface="Arial" panose="020B0604020202020204" pitchFamily="34" charset="0"/>
              </a:rPr>
              <a:t>Over 95% of our employees have been trained in cybersecurity and business ethics at Group level.</a:t>
            </a:r>
          </a:p>
          <a:p>
            <a:pPr marR="0" lvl="0" defTabSz="914400" rtl="0" eaLnBrk="1" fontAlgn="auto" latinLnBrk="0" hangingPunct="1">
              <a:spcAft>
                <a:spcPts val="0"/>
              </a:spcAft>
              <a:buClr>
                <a:srgbClr val="FF7900"/>
              </a:buClr>
              <a:buSzTx/>
              <a:defRPr/>
            </a:pPr>
            <a:endParaRPr lang="en-US" sz="1100" noProof="0" dirty="0">
              <a:solidFill>
                <a:srgbClr val="FFFFFF">
                  <a:lumMod val="95000"/>
                </a:srgbClr>
              </a:solidFill>
              <a:ea typeface="Calibri" panose="020F0502020204030204" pitchFamily="34" charset="0"/>
              <a:cs typeface="Arial" panose="020B0604020202020204" pitchFamily="34" charset="0"/>
            </a:endParaRPr>
          </a:p>
          <a:p>
            <a:pPr marR="0" lvl="0" defTabSz="914400" rtl="0" eaLnBrk="1" fontAlgn="auto" latinLnBrk="0" hangingPunct="1">
              <a:spcAft>
                <a:spcPts val="0"/>
              </a:spcAft>
              <a:buClr>
                <a:srgbClr val="FF7900"/>
              </a:buClr>
              <a:buSzTx/>
              <a:defRPr/>
            </a:pPr>
            <a:r>
              <a:rPr kumimoji="0" lang="en-US" sz="1100" b="0" i="0" u="none" strike="noStrike" kern="1200" cap="none" normalizeH="0" noProof="0" dirty="0">
                <a:ln>
                  <a:noFill/>
                </a:ln>
                <a:solidFill>
                  <a:srgbClr val="FFFFFF">
                    <a:lumMod val="95000"/>
                  </a:srgbClr>
                </a:solidFill>
                <a:effectLst/>
                <a:uLnTx/>
                <a:uFillTx/>
                <a:ea typeface="Calibri" panose="020F0502020204030204" pitchFamily="34" charset="0"/>
                <a:cs typeface="Arial" panose="020B0604020202020204" pitchFamily="34" charset="0"/>
              </a:rPr>
              <a:t>At Orange Business, </a:t>
            </a:r>
            <a:r>
              <a:rPr kumimoji="0" lang="en-US" sz="1100" b="0" i="0" u="none" strike="noStrike" kern="1200" cap="none" normalizeH="0" noProof="0" dirty="0">
                <a:ln>
                  <a:noFill/>
                </a:ln>
                <a:solidFill>
                  <a:srgbClr val="FF7900"/>
                </a:solidFill>
                <a:effectLst/>
                <a:uLnTx/>
                <a:uFillTx/>
                <a:ea typeface="Calibri" panose="020F0502020204030204" pitchFamily="34" charset="0"/>
                <a:cs typeface="Arial" panose="020B0604020202020204" pitchFamily="34" charset="0"/>
              </a:rPr>
              <a:t>70% of employees are confident that AI will have a positive impact</a:t>
            </a:r>
            <a:r>
              <a:rPr kumimoji="0" lang="en-US" sz="1100" b="0" i="0" u="none" strike="noStrike" kern="1200" cap="none" normalizeH="0" noProof="0" dirty="0">
                <a:ln>
                  <a:noFill/>
                </a:ln>
                <a:solidFill>
                  <a:srgbClr val="FFFFFF">
                    <a:lumMod val="95000"/>
                  </a:srgbClr>
                </a:solidFill>
                <a:effectLst/>
                <a:uLnTx/>
                <a:uFillTx/>
                <a:ea typeface="Calibri" panose="020F0502020204030204" pitchFamily="34" charset="0"/>
                <a:cs typeface="Arial" panose="020B0604020202020204" pitchFamily="34" charset="0"/>
              </a:rPr>
              <a:t> on their field of activity in the coming years.</a:t>
            </a:r>
          </a:p>
          <a:p>
            <a:pPr marL="185738" marR="0" lvl="0" indent="-185738" defTabSz="914400" rtl="0" eaLnBrk="1" fontAlgn="auto" latinLnBrk="0" hangingPunct="1">
              <a:spcAft>
                <a:spcPts val="0"/>
              </a:spcAft>
              <a:buClr>
                <a:srgbClr val="FF7900"/>
              </a:buClr>
              <a:buSzTx/>
              <a:buFontTx/>
              <a:buNone/>
              <a:defRPr/>
            </a:pPr>
            <a:endParaRPr kumimoji="0" lang="en-US" sz="1100" b="0" i="0" u="none" strike="noStrike" kern="1200" cap="none" normalizeH="0" noProof="0" dirty="0">
              <a:ln>
                <a:noFill/>
              </a:ln>
              <a:solidFill>
                <a:srgbClr val="FFFFFF">
                  <a:lumMod val="95000"/>
                </a:srgbClr>
              </a:solidFill>
              <a:effectLst/>
              <a:uLnTx/>
              <a:uFillTx/>
              <a:ea typeface="Times New Roman" panose="02020603050405020304" pitchFamily="18" charset="0"/>
              <a:cs typeface="Times New Roman" panose="02020603050405020304" pitchFamily="18" charset="0"/>
            </a:endParaRPr>
          </a:p>
          <a:p>
            <a:pPr marR="0" lvl="0" defTabSz="914400" rtl="0" eaLnBrk="1" fontAlgn="auto" latinLnBrk="0" hangingPunct="1">
              <a:spcAft>
                <a:spcPts val="0"/>
              </a:spcAft>
              <a:buClr>
                <a:srgbClr val="FF7900"/>
              </a:buClr>
              <a:buSzTx/>
              <a:defRPr/>
            </a:pPr>
            <a:r>
              <a:rPr kumimoji="0" lang="en-US" sz="1100" b="0" i="0" u="none" strike="noStrike" kern="1200" cap="none" normalizeH="0" noProof="0" dirty="0">
                <a:ln>
                  <a:noFill/>
                </a:ln>
                <a:solidFill>
                  <a:srgbClr val="FFFFFF">
                    <a:lumMod val="95000"/>
                  </a:srgbClr>
                </a:solidFill>
                <a:effectLst/>
                <a:uLnTx/>
                <a:uFillTx/>
                <a:ea typeface="+mn-ea"/>
                <a:cs typeface="Times New Roman" panose="02020603050405020304" pitchFamily="18" charset="0"/>
              </a:rPr>
              <a:t>We take an ethical and inclusive approach to data and AI: Orange is a </a:t>
            </a:r>
            <a:r>
              <a:rPr kumimoji="0" lang="en-US" sz="1100" b="0" i="0" u="none" strike="noStrike" kern="1200" cap="none" normalizeH="0" noProof="0" dirty="0">
                <a:ln>
                  <a:noFill/>
                </a:ln>
                <a:solidFill>
                  <a:schemeClr val="bg2"/>
                </a:solidFill>
                <a:effectLst/>
                <a:uLnTx/>
                <a:uFillTx/>
                <a:ea typeface="+mn-ea"/>
                <a:cs typeface="Times New Roman" panose="02020603050405020304" pitchFamily="18" charset="0"/>
              </a:rPr>
              <a:t>signatory of the 1st international charter for inclusive AI </a:t>
            </a:r>
            <a:r>
              <a:rPr kumimoji="0" lang="en-US" sz="1100" b="0" i="0" u="none" strike="noStrike" kern="1200" cap="none" normalizeH="0" noProof="0" dirty="0">
                <a:ln>
                  <a:noFill/>
                </a:ln>
                <a:solidFill>
                  <a:srgbClr val="FFFFFF">
                    <a:lumMod val="95000"/>
                  </a:srgbClr>
                </a:solidFill>
                <a:effectLst/>
                <a:uLnTx/>
                <a:uFillTx/>
                <a:ea typeface="+mn-ea"/>
                <a:cs typeface="Times New Roman" panose="02020603050405020304" pitchFamily="18" charset="0"/>
              </a:rPr>
              <a:t>and a </a:t>
            </a:r>
            <a:r>
              <a:rPr kumimoji="0" lang="en-US" sz="1100" b="0" i="0" u="none" strike="noStrike" kern="1200" cap="none" normalizeH="0" noProof="0" dirty="0">
                <a:ln>
                  <a:noFill/>
                </a:ln>
                <a:solidFill>
                  <a:schemeClr val="bg2"/>
                </a:solidFill>
                <a:effectLst/>
                <a:uLnTx/>
                <a:uFillTx/>
                <a:ea typeface="+mn-ea"/>
                <a:cs typeface="Times New Roman" panose="02020603050405020304" pitchFamily="18" charset="0"/>
              </a:rPr>
              <a:t>member of the Sustainable AI committee. </a:t>
            </a:r>
            <a:r>
              <a:rPr kumimoji="0" lang="en-US" sz="1100" b="0" i="0" u="none" strike="noStrike" kern="1200" cap="none" normalizeH="0" noProof="0" dirty="0">
                <a:ln>
                  <a:noFill/>
                </a:ln>
                <a:solidFill>
                  <a:srgbClr val="FFFFFF">
                    <a:lumMod val="95000"/>
                  </a:srgbClr>
                </a:solidFill>
                <a:effectLst/>
                <a:uLnTx/>
                <a:uFillTx/>
                <a:ea typeface="+mn-ea"/>
                <a:cs typeface="Times New Roman" panose="02020603050405020304" pitchFamily="18" charset="0"/>
              </a:rPr>
              <a:t>It is also the first company to be awarded the GEEIS-AI label.</a:t>
            </a:r>
            <a:endParaRPr kumimoji="0" lang="en-US" sz="1100" b="0" i="0" u="none" strike="noStrike" kern="1200" cap="none" normalizeH="0" noProof="0" dirty="0">
              <a:ln>
                <a:noFill/>
              </a:ln>
              <a:solidFill>
                <a:srgbClr val="FFFFFF">
                  <a:lumMod val="95000"/>
                </a:srgbClr>
              </a:solidFill>
              <a:effectLst/>
              <a:uLnTx/>
              <a:uFillTx/>
              <a:ea typeface="Times New Roman" panose="02020603050405020304" pitchFamily="18" charset="0"/>
              <a:cs typeface="Times New Roman" panose="02020603050405020304" pitchFamily="18" charset="0"/>
            </a:endParaRPr>
          </a:p>
        </p:txBody>
      </p:sp>
      <p:sp>
        <p:nvSpPr>
          <p:cNvPr id="34" name="Content Placeholder 1">
            <a:extLst>
              <a:ext uri="{FF2B5EF4-FFF2-40B4-BE49-F238E27FC236}">
                <a16:creationId xmlns:a16="http://schemas.microsoft.com/office/drawing/2014/main" id="{83D162BD-F5BE-3A6B-E49B-9F45F3C0DF83}"/>
              </a:ext>
            </a:extLst>
          </p:cNvPr>
          <p:cNvSpPr txBox="1">
            <a:spLocks/>
          </p:cNvSpPr>
          <p:nvPr/>
        </p:nvSpPr>
        <p:spPr>
          <a:xfrm>
            <a:off x="6228183" y="2143959"/>
            <a:ext cx="2593255" cy="2746906"/>
          </a:xfrm>
          <a:prstGeom prst="rect">
            <a:avLst/>
          </a:prstGeom>
        </p:spPr>
        <p:txBody>
          <a:bodyPr lIns="0" tIns="0" rIns="0" bIns="0"/>
          <a:lstStyle>
            <a:lvl1pPr marL="0" indent="0" algn="l" defTabSz="914400" rtl="0" eaLnBrk="1" latinLnBrk="0" hangingPunct="1">
              <a:lnSpc>
                <a:spcPct val="90000"/>
              </a:lnSpc>
              <a:spcBef>
                <a:spcPts val="600"/>
              </a:spcBef>
              <a:buClr>
                <a:schemeClr val="bg1"/>
              </a:buClr>
              <a:buSzPct val="25000"/>
              <a:buFont typeface="Calibri" panose="020F0502020204030204" pitchFamily="34" charset="0"/>
              <a:buNone/>
              <a:tabLst/>
              <a:defRPr sz="1400" kern="1200" spc="-20" baseline="0">
                <a:solidFill>
                  <a:schemeClr val="bg2"/>
                </a:solidFill>
                <a:latin typeface="+mn-lt"/>
                <a:ea typeface="+mn-ea"/>
                <a:cs typeface="+mn-cs"/>
              </a:defRPr>
            </a:lvl1pPr>
            <a:lvl2pPr marL="0" indent="0" algn="l" defTabSz="914400" rtl="0" eaLnBrk="1" latinLnBrk="0" hangingPunct="1">
              <a:lnSpc>
                <a:spcPct val="90000"/>
              </a:lnSpc>
              <a:spcBef>
                <a:spcPts val="600"/>
              </a:spcBef>
              <a:buClr>
                <a:schemeClr val="bg1"/>
              </a:buClr>
              <a:buSzPct val="25000"/>
              <a:buFont typeface="Calibri" panose="020F0502020204030204" pitchFamily="34" charset="0"/>
              <a:buNone/>
              <a:defRPr sz="1400" kern="1200" spc="-20" baseline="0">
                <a:solidFill>
                  <a:schemeClr val="tx1"/>
                </a:solidFill>
                <a:latin typeface="+mn-lt"/>
                <a:ea typeface="+mn-ea"/>
                <a:cs typeface="+mn-cs"/>
              </a:defRPr>
            </a:lvl2pPr>
            <a:lvl3pPr marL="180975" indent="-180975" algn="l" defTabSz="914400" rtl="0" eaLnBrk="1" latinLnBrk="0" hangingPunct="1">
              <a:lnSpc>
                <a:spcPct val="90000"/>
              </a:lnSpc>
              <a:spcBef>
                <a:spcPts val="600"/>
              </a:spcBef>
              <a:buClr>
                <a:schemeClr val="bg2"/>
              </a:buClr>
              <a:buFont typeface="Wingdings" panose="05000000000000000000" pitchFamily="2" charset="2"/>
              <a:buChar char="§"/>
              <a:defRPr sz="1400" kern="1200" spc="-20" baseline="0">
                <a:solidFill>
                  <a:schemeClr val="tx1"/>
                </a:solidFill>
                <a:latin typeface="+mn-lt"/>
                <a:ea typeface="+mn-ea"/>
                <a:cs typeface="+mn-cs"/>
              </a:defRPr>
            </a:lvl3pPr>
            <a:lvl4pPr marL="407988" indent="-190500" algn="l" defTabSz="914400" rtl="0" eaLnBrk="1" latinLnBrk="0" hangingPunct="1">
              <a:lnSpc>
                <a:spcPct val="90000"/>
              </a:lnSpc>
              <a:spcBef>
                <a:spcPct val="20000"/>
              </a:spcBef>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4pPr>
            <a:lvl5pPr marL="595313" indent="-173038" algn="l" defTabSz="914400" rtl="0" eaLnBrk="1" latinLnBrk="0" hangingPunct="1">
              <a:lnSpc>
                <a:spcPct val="90000"/>
              </a:lnSpc>
              <a:spcBef>
                <a:spcPct val="20000"/>
              </a:spcBef>
              <a:buClr>
                <a:schemeClr val="tx1"/>
              </a:buClr>
              <a:buFont typeface="Arial" panose="020B0604020202020204" pitchFamily="34" charset="0"/>
              <a:buChar char="–"/>
              <a:defRPr sz="1400" b="0" i="0" kern="1200" spc="-20" baseline="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5pPr>
            <a:lvl6pPr marL="800100" indent="-190500" algn="l" defTabSz="914400" rtl="0" eaLnBrk="1" latinLnBrk="0" hangingPunct="1">
              <a:spcBef>
                <a:spcPct val="20000"/>
              </a:spcBef>
              <a:buFont typeface="Arial" panose="020B0604020202020204" pitchFamily="34" charset="0"/>
              <a:buChar char="–"/>
              <a:defRPr sz="1400" b="0" i="0" kern="1200">
                <a:solidFill>
                  <a:schemeClr val="tx1"/>
                </a:solidFill>
                <a:latin typeface="Helvetica 55 Roman" panose="02000503000000020004" pitchFamily="2" charset="0"/>
                <a:ea typeface="Helvetica 55 Roman" panose="02000503000000020004" pitchFamily="2" charset="0"/>
                <a:cs typeface="Helvetica 55 Roman" panose="02000503000000020004" pitchFamily="2" charset="0"/>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00000"/>
              </a:lnSpc>
              <a:buClr>
                <a:srgbClr val="FF7900"/>
              </a:buClr>
              <a:buSzTx/>
              <a:defRPr/>
            </a:pPr>
            <a:r>
              <a:rPr lang="en-US" sz="1100" noProof="0" dirty="0">
                <a:solidFill>
                  <a:srgbClr val="FFFFFF">
                    <a:lumMod val="95000"/>
                  </a:srgbClr>
                </a:solidFill>
                <a:cs typeface="Times New Roman" panose="02020603050405020304" pitchFamily="18" charset="0"/>
              </a:rPr>
              <a:t>Through the "Women Up" program and local initiatives, Orange and Orange Business actively promote </a:t>
            </a:r>
            <a:r>
              <a:rPr lang="en-US" sz="1100" noProof="0" dirty="0">
                <a:solidFill>
                  <a:schemeClr val="accent1"/>
                </a:solidFill>
                <a:cs typeface="Times New Roman" panose="02020603050405020304" pitchFamily="18" charset="0"/>
              </a:rPr>
              <a:t>professional equality </a:t>
            </a:r>
            <a:r>
              <a:rPr lang="en-US" sz="1100" noProof="0" dirty="0">
                <a:solidFill>
                  <a:srgbClr val="FFFFFF">
                    <a:lumMod val="95000"/>
                  </a:srgbClr>
                </a:solidFill>
                <a:cs typeface="Times New Roman" panose="02020603050405020304" pitchFamily="18" charset="0"/>
              </a:rPr>
              <a:t>and feminization of technical professions, both in France and abroad. </a:t>
            </a:r>
            <a:r>
              <a:rPr lang="en-US" sz="1100" noProof="0" dirty="0"/>
              <a:t>86% of employees consider diversity one of Orange Business's key strengths.</a:t>
            </a:r>
            <a:br>
              <a:rPr lang="en-US" sz="1100" noProof="0" dirty="0">
                <a:solidFill>
                  <a:srgbClr val="FFFFFF">
                    <a:lumMod val="95000"/>
                  </a:srgbClr>
                </a:solidFill>
                <a:cs typeface="Times New Roman" panose="02020603050405020304" pitchFamily="18" charset="0"/>
              </a:rPr>
            </a:br>
            <a:br>
              <a:rPr lang="en-US" sz="1100" noProof="0" dirty="0">
                <a:solidFill>
                  <a:srgbClr val="FFFFFF">
                    <a:lumMod val="95000"/>
                  </a:srgbClr>
                </a:solidFill>
                <a:cs typeface="Times New Roman" panose="02020603050405020304" pitchFamily="18" charset="0"/>
              </a:rPr>
            </a:br>
            <a:r>
              <a:rPr lang="en-US" sz="1100" noProof="0" dirty="0">
                <a:solidFill>
                  <a:srgbClr val="FFFFFF">
                    <a:lumMod val="95000"/>
                  </a:srgbClr>
                </a:solidFill>
                <a:cs typeface="Times New Roman" panose="02020603050405020304" pitchFamily="18" charset="0"/>
              </a:rPr>
              <a:t>At Orange Business, </a:t>
            </a:r>
            <a:r>
              <a:rPr lang="en-US" sz="1100" noProof="0" dirty="0">
                <a:solidFill>
                  <a:schemeClr val="accent1"/>
                </a:solidFill>
                <a:cs typeface="Times New Roman" panose="02020603050405020304" pitchFamily="18" charset="0"/>
              </a:rPr>
              <a:t>women represent more than 32% of our employees</a:t>
            </a:r>
            <a:r>
              <a:rPr lang="en-US" sz="1100" noProof="0" dirty="0">
                <a:solidFill>
                  <a:srgbClr val="FFFFFF">
                    <a:lumMod val="95000"/>
                  </a:srgbClr>
                </a:solidFill>
                <a:cs typeface="Times New Roman" panose="02020603050405020304" pitchFamily="18" charset="0"/>
              </a:rPr>
              <a:t> with 37% holding positions in the top Management.</a:t>
            </a:r>
          </a:p>
          <a:p>
            <a:pPr>
              <a:lnSpc>
                <a:spcPct val="100000"/>
              </a:lnSpc>
              <a:buClr>
                <a:srgbClr val="FF7900"/>
              </a:buClr>
              <a:buSzTx/>
              <a:defRPr/>
            </a:pPr>
            <a:r>
              <a:rPr lang="en-US" sz="1100" noProof="0" dirty="0">
                <a:solidFill>
                  <a:srgbClr val="FFFFFF">
                    <a:lumMod val="95000"/>
                  </a:srgbClr>
                </a:solidFill>
                <a:cs typeface="Times New Roman" panose="02020603050405020304" pitchFamily="18" charset="0"/>
              </a:rPr>
              <a:t>At Orange Business, we have a dedicated policy for the </a:t>
            </a:r>
            <a:r>
              <a:rPr lang="en-US" sz="1100" noProof="0" dirty="0">
                <a:solidFill>
                  <a:schemeClr val="accent1"/>
                </a:solidFill>
                <a:cs typeface="Times New Roman" panose="02020603050405020304" pitchFamily="18" charset="0"/>
              </a:rPr>
              <a:t>inclusion</a:t>
            </a:r>
            <a:r>
              <a:rPr lang="en-US" sz="1100" noProof="0" dirty="0">
                <a:solidFill>
                  <a:srgbClr val="FFFFFF">
                    <a:lumMod val="95000"/>
                  </a:srgbClr>
                </a:solidFill>
                <a:cs typeface="Times New Roman" panose="02020603050405020304" pitchFamily="18" charset="0"/>
              </a:rPr>
              <a:t> of employees with disabilities.</a:t>
            </a:r>
            <a:br>
              <a:rPr lang="en-US" sz="1100" noProof="0" dirty="0">
                <a:solidFill>
                  <a:srgbClr val="FFFFFF">
                    <a:lumMod val="95000"/>
                  </a:srgbClr>
                </a:solidFill>
                <a:cs typeface="Times New Roman" panose="02020603050405020304" pitchFamily="18" charset="0"/>
              </a:rPr>
            </a:br>
            <a:endParaRPr lang="en-US" sz="1100" noProof="0" dirty="0">
              <a:solidFill>
                <a:srgbClr val="FFFFFF">
                  <a:lumMod val="95000"/>
                </a:srgbClr>
              </a:solidFill>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F9B19EA9-96DA-6213-4C88-71CE94A9670D}"/>
              </a:ext>
            </a:extLst>
          </p:cNvPr>
          <p:cNvCxnSpPr>
            <a:cxnSpLocks/>
          </p:cNvCxnSpPr>
          <p:nvPr/>
        </p:nvCxnSpPr>
        <p:spPr>
          <a:xfrm>
            <a:off x="5986800" y="1225988"/>
            <a:ext cx="0" cy="3488436"/>
          </a:xfrm>
          <a:prstGeom prst="line">
            <a:avLst/>
          </a:prstGeom>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FFE775D4-9E2F-A1DD-E9BB-E6D235EC4681}"/>
              </a:ext>
            </a:extLst>
          </p:cNvPr>
          <p:cNvCxnSpPr>
            <a:cxnSpLocks/>
          </p:cNvCxnSpPr>
          <p:nvPr/>
        </p:nvCxnSpPr>
        <p:spPr>
          <a:xfrm>
            <a:off x="3152160" y="1225988"/>
            <a:ext cx="0" cy="3488436"/>
          </a:xfrm>
          <a:prstGeom prst="line">
            <a:avLst/>
          </a:prstGeom>
          <a:ln/>
        </p:spPr>
        <p:style>
          <a:lnRef idx="1">
            <a:schemeClr val="dk1"/>
          </a:lnRef>
          <a:fillRef idx="0">
            <a:schemeClr val="dk1"/>
          </a:fillRef>
          <a:effectRef idx="0">
            <a:schemeClr val="dk1"/>
          </a:effectRef>
          <a:fontRef idx="minor">
            <a:schemeClr val="tx1"/>
          </a:fontRef>
        </p:style>
      </p:cxnSp>
      <p:pic>
        <p:nvPicPr>
          <p:cNvPr id="5" name="Graphique 4">
            <a:extLst>
              <a:ext uri="{FF2B5EF4-FFF2-40B4-BE49-F238E27FC236}">
                <a16:creationId xmlns:a16="http://schemas.microsoft.com/office/drawing/2014/main" id="{1D75781B-2A3C-4EDA-74BF-CE1406D096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9939" y="949944"/>
            <a:ext cx="662682" cy="662682"/>
          </a:xfrm>
          <a:prstGeom prst="rect">
            <a:avLst/>
          </a:prstGeom>
        </p:spPr>
      </p:pic>
      <p:pic>
        <p:nvPicPr>
          <p:cNvPr id="10" name="Graphique 9">
            <a:extLst>
              <a:ext uri="{FF2B5EF4-FFF2-40B4-BE49-F238E27FC236}">
                <a16:creationId xmlns:a16="http://schemas.microsoft.com/office/drawing/2014/main" id="{83736C0A-89F0-FF1B-EED9-3552CB766C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57152" y="968956"/>
            <a:ext cx="624657" cy="624657"/>
          </a:xfrm>
          <a:prstGeom prst="rect">
            <a:avLst/>
          </a:prstGeom>
        </p:spPr>
      </p:pic>
      <p:pic>
        <p:nvPicPr>
          <p:cNvPr id="14" name="Graphique 13">
            <a:extLst>
              <a:ext uri="{FF2B5EF4-FFF2-40B4-BE49-F238E27FC236}">
                <a16:creationId xmlns:a16="http://schemas.microsoft.com/office/drawing/2014/main" id="{38AC4FA0-476F-78F3-F2AF-3C69A1315C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15082" y="845036"/>
            <a:ext cx="872498" cy="872498"/>
          </a:xfrm>
          <a:prstGeom prst="rect">
            <a:avLst/>
          </a:prstGeom>
        </p:spPr>
      </p:pic>
    </p:spTree>
    <p:extLst>
      <p:ext uri="{BB962C8B-B14F-4D97-AF65-F5344CB8AC3E}">
        <p14:creationId xmlns:p14="http://schemas.microsoft.com/office/powerpoint/2010/main" val="103871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CD87C-552E-0063-2FA1-34719DBAFC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1B308C-1D69-4271-C74B-8C0EDE9C987E}"/>
              </a:ext>
            </a:extLst>
          </p:cNvPr>
          <p:cNvSpPr>
            <a:spLocks noGrp="1"/>
          </p:cNvSpPr>
          <p:nvPr>
            <p:ph type="title"/>
          </p:nvPr>
        </p:nvSpPr>
        <p:spPr>
          <a:xfrm>
            <a:off x="571500" y="2492871"/>
            <a:ext cx="8001000" cy="272058"/>
          </a:xfrm>
        </p:spPr>
        <p:txBody>
          <a:bodyPr/>
          <a:lstStyle/>
          <a:p>
            <a:pPr algn="ctr"/>
            <a:r>
              <a:rPr lang="en-US" sz="3200" noProof="0" dirty="0"/>
              <a:t>Orange Business is here</a:t>
            </a:r>
          </a:p>
        </p:txBody>
      </p:sp>
    </p:spTree>
    <p:extLst>
      <p:ext uri="{BB962C8B-B14F-4D97-AF65-F5344CB8AC3E}">
        <p14:creationId xmlns:p14="http://schemas.microsoft.com/office/powerpoint/2010/main" val="400413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lack_Master_2023">
  <a:themeElements>
    <a:clrScheme name="Orange BLK Secondary">
      <a:dk1>
        <a:srgbClr val="FFFFFF"/>
      </a:dk1>
      <a:lt1>
        <a:srgbClr val="000000"/>
      </a:lt1>
      <a:dk2>
        <a:srgbClr val="8F8F8F"/>
      </a:dk2>
      <a:lt2>
        <a:srgbClr val="FF7900"/>
      </a:lt2>
      <a:accent1>
        <a:srgbClr val="FF7900"/>
      </a:accent1>
      <a:accent2>
        <a:srgbClr val="4BB4E6"/>
      </a:accent2>
      <a:accent3>
        <a:srgbClr val="50BE87"/>
      </a:accent3>
      <a:accent4>
        <a:srgbClr val="FFB4E6"/>
      </a:accent4>
      <a:accent5>
        <a:srgbClr val="A885D8"/>
      </a:accent5>
      <a:accent6>
        <a:srgbClr val="FFD200"/>
      </a:accent6>
      <a:hlink>
        <a:srgbClr val="FF7900"/>
      </a:hlink>
      <a:folHlink>
        <a:srgbClr val="FF7900"/>
      </a:folHlink>
    </a:clrScheme>
    <a:fontScheme name="Orange">
      <a:majorFont>
        <a:latin typeface="Helvetica 75 Bold"/>
        <a:ea typeface=""/>
        <a:cs typeface=""/>
      </a:majorFont>
      <a:minorFont>
        <a:latin typeface="Helvetica 75 Bol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1600" dirty="0"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defRPr sz="1400" dirty="0" err="1" smtClean="0"/>
        </a:defPPr>
      </a:lstStyle>
    </a:txDef>
  </a:objectDefaults>
  <a:extraClrSchemeLst/>
  <a:extLst>
    <a:ext uri="{05A4C25C-085E-4340-85A3-A5531E510DB2}">
      <thm15:themeFamily xmlns:thm15="http://schemas.microsoft.com/office/thememl/2012/main" name="Présentation1" id="{8711D232-E5DB-4B6F-95A6-83EDC4AAED4F}" vid="{7CF1F90B-8993-456B-8D34-0B83F28DE5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04F6A652273394F86119690723C1336" ma:contentTypeVersion="14" ma:contentTypeDescription="Create a new document." ma:contentTypeScope="" ma:versionID="05e1573859ce52f3a7920323782e3c33">
  <xsd:schema xmlns:xsd="http://www.w3.org/2001/XMLSchema" xmlns:xs="http://www.w3.org/2001/XMLSchema" xmlns:p="http://schemas.microsoft.com/office/2006/metadata/properties" xmlns:ns2="1fa0b43f-a80f-4338-97e3-0ba4a15f8c9f" xmlns:ns3="6fe05cc6-ef6a-4e9e-8800-23845d54af83" targetNamespace="http://schemas.microsoft.com/office/2006/metadata/properties" ma:root="true" ma:fieldsID="2c643153aa16e1027e08d1f59256982a" ns2:_="" ns3:_="">
    <xsd:import namespace="1fa0b43f-a80f-4338-97e3-0ba4a15f8c9f"/>
    <xsd:import namespace="6fe05cc6-ef6a-4e9e-8800-23845d54af8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a0b43f-a80f-4338-97e3-0ba4a15f8c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aa8976df-9c6d-4c47-88b7-85635e50fb47"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e05cc6-ef6a-4e9e-8800-23845d54af8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40d6a16f-d6ba-4282-a0c8-86f12450976a}" ma:internalName="TaxCatchAll" ma:showField="CatchAllData" ma:web="6fe05cc6-ef6a-4e9e-8800-23845d54af83">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66357B-371E-4F09-B1E1-9E85376A6455}">
  <ds:schemaRefs>
    <ds:schemaRef ds:uri="http://schemas.microsoft.com/sharepoint/v3/contenttype/forms"/>
  </ds:schemaRefs>
</ds:datastoreItem>
</file>

<file path=customXml/itemProps2.xml><?xml version="1.0" encoding="utf-8"?>
<ds:datastoreItem xmlns:ds="http://schemas.openxmlformats.org/officeDocument/2006/customXml" ds:itemID="{4FD35D2C-5873-4BAD-918F-0AF652283481}">
  <ds:schemaRefs>
    <ds:schemaRef ds:uri="1fa0b43f-a80f-4338-97e3-0ba4a15f8c9f"/>
    <ds:schemaRef ds:uri="6fe05cc6-ef6a-4e9e-8800-23845d54af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7222825-62ea-40f3-96b5-5375c07996e2}" enabled="1" method="Privileged" siteId="{90c7a20a-f34b-40bf-bc48-b9253b6f5d20}" removed="0"/>
</clbl:labelList>
</file>

<file path=docProps/app.xml><?xml version="1.0" encoding="utf-8"?>
<Properties xmlns="http://schemas.openxmlformats.org/officeDocument/2006/extended-properties" xmlns:vt="http://schemas.openxmlformats.org/officeDocument/2006/docPropsVTypes">
  <Template>Black_Master_2023</Template>
  <TotalTime>203</TotalTime>
  <Words>2674</Words>
  <Application>Microsoft Office PowerPoint</Application>
  <PresentationFormat>Affichage à l'écran (16:9)</PresentationFormat>
  <Paragraphs>254</Paragraphs>
  <Slides>29</Slides>
  <Notes>4</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29</vt:i4>
      </vt:variant>
    </vt:vector>
  </HeadingPairs>
  <TitlesOfParts>
    <vt:vector size="42" baseType="lpstr">
      <vt:lpstr>Aptos</vt:lpstr>
      <vt:lpstr>Arial</vt:lpstr>
      <vt:lpstr>Calibri</vt:lpstr>
      <vt:lpstr>Helvetica</vt:lpstr>
      <vt:lpstr>Helvetica 55 Roman</vt:lpstr>
      <vt:lpstr>Helvetica 75</vt:lpstr>
      <vt:lpstr>Helvetica 75 Bold</vt:lpstr>
      <vt:lpstr>Helvetica Neue</vt:lpstr>
      <vt:lpstr>HelveticaNeueLT Arabic 55 Roman</vt:lpstr>
      <vt:lpstr>Symbol</vt:lpstr>
      <vt:lpstr>Times New Roman</vt:lpstr>
      <vt:lpstr>Wingdings</vt:lpstr>
      <vt:lpstr>Black_Master_2023</vt:lpstr>
      <vt:lpstr>Orange Business Corporate Presentation</vt:lpstr>
      <vt:lpstr>Présentation PowerPoint</vt:lpstr>
      <vt:lpstr>Contents</vt:lpstr>
      <vt:lpstr>Who we are Orange Business: at once an operator, integrator and platform player</vt:lpstr>
      <vt:lpstr>Présentation PowerPoint</vt:lpstr>
      <vt:lpstr>Our vision Possibility starts with tech you trust </vt:lpstr>
      <vt:lpstr>Présentation PowerPoint</vt:lpstr>
      <vt:lpstr>Our strategy </vt:lpstr>
      <vt:lpstr>The Orange Group</vt:lpstr>
      <vt:lpstr>Orange Business at a glance</vt:lpstr>
      <vt:lpstr>Global presence, local service</vt:lpstr>
      <vt:lpstr>Meeting the major digital challenges  faced by enterprises, together</vt:lpstr>
      <vt:lpstr>A dedicated Defense &amp; Security Division  </vt:lpstr>
      <vt:lpstr>A dedicated Health Division with an end-to-end orchestration  </vt:lpstr>
      <vt:lpstr>What sets us apart An end-to-end player across the digital value chain</vt:lpstr>
      <vt:lpstr>Our unique differentiators</vt:lpstr>
      <vt:lpstr>Our strategic value propositions</vt:lpstr>
      <vt:lpstr>A scalable, reliable and secured digital infrastructure to thrive in the AI era.</vt:lpstr>
      <vt:lpstr>Better orchestration, better customer experiences</vt:lpstr>
      <vt:lpstr>Building positive productivity at work with digital technology</vt:lpstr>
      <vt:lpstr>Driving operational excellence through digital and IoT</vt:lpstr>
      <vt:lpstr>3. How we do it The right expertise, at every step </vt:lpstr>
      <vt:lpstr>Our ability to deliver on our promises rests on three foundations  </vt:lpstr>
      <vt:lpstr>Our expertise is recognized by analysts and partners at every stage of the digital value chain</vt:lpstr>
      <vt:lpstr>Powered by 30,000 experts delivering excellence worldwide </vt:lpstr>
      <vt:lpstr>United by a culture based on 3 values to better adapt to market changes</vt:lpstr>
      <vt:lpstr>Building the skills of tomorrow Investing in our people to stay ahead of all the challenges.</vt:lpstr>
      <vt:lpstr>Our responsibility: for the planet, for people, for a better digital world </vt:lpstr>
      <vt:lpstr>Orange Business is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CLOTHIER Paul COMM/MC</dc:creator>
  <cp:lastModifiedBy>CHARLES Lucile OBS/COM</cp:lastModifiedBy>
  <cp:revision>1</cp:revision>
  <dcterms:created xsi:type="dcterms:W3CDTF">2026-01-14T16:05:23Z</dcterms:created>
  <dcterms:modified xsi:type="dcterms:W3CDTF">2026-06-05T13:42:28Z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c818a6-e1a0-4a6e-a969-20d857c5dc62_Enabled">
    <vt:lpwstr>true</vt:lpwstr>
  </property>
  <property fmtid="{D5CDD505-2E9C-101B-9397-08002B2CF9AE}" pid="3" name="MSIP_Label_e6c818a6-e1a0-4a6e-a969-20d857c5dc62_SetDate">
    <vt:lpwstr>2023-09-08T08:55:27Z</vt:lpwstr>
  </property>
  <property fmtid="{D5CDD505-2E9C-101B-9397-08002B2CF9AE}" pid="4" name="MSIP_Label_e6c818a6-e1a0-4a6e-a969-20d857c5dc62_Method">
    <vt:lpwstr>Standard</vt:lpwstr>
  </property>
  <property fmtid="{D5CDD505-2E9C-101B-9397-08002B2CF9AE}" pid="5" name="MSIP_Label_e6c818a6-e1a0-4a6e-a969-20d857c5dc62_Name">
    <vt:lpwstr>Orange_restricted_internal.2</vt:lpwstr>
  </property>
  <property fmtid="{D5CDD505-2E9C-101B-9397-08002B2CF9AE}" pid="6" name="MSIP_Label_e6c818a6-e1a0-4a6e-a969-20d857c5dc62_SiteId">
    <vt:lpwstr>90c7a20a-f34b-40bf-bc48-b9253b6f5d20</vt:lpwstr>
  </property>
  <property fmtid="{D5CDD505-2E9C-101B-9397-08002B2CF9AE}" pid="7" name="MSIP_Label_e6c818a6-e1a0-4a6e-a969-20d857c5dc62_ActionId">
    <vt:lpwstr>9db4ad89-25c1-4262-b54f-572e0043f2c0</vt:lpwstr>
  </property>
  <property fmtid="{D5CDD505-2E9C-101B-9397-08002B2CF9AE}" pid="8" name="MSIP_Label_e6c818a6-e1a0-4a6e-a969-20d857c5dc62_ContentBits">
    <vt:lpwstr>2</vt:lpwstr>
  </property>
</Properties>
</file>